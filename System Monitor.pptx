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653185-F14F-4D89-8EFD-E8B3F73D1768}" type="doc">
      <dgm:prSet loTypeId="urn:microsoft.com/office/officeart/2005/8/layout/vList4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4E94958-188E-41F7-ABBD-371DA2D898F3}">
      <dgm:prSet phldrT="[Текст]" phldr="0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ru-RU" dirty="0"/>
            <a:t>Мониторинг</a:t>
          </a:r>
        </a:p>
      </dgm:t>
    </dgm:pt>
    <dgm:pt modelId="{4C37D277-8280-4D11-83ED-2FA60340C043}" type="parTrans" cxnId="{B0B6DF2B-68C9-4115-9A60-FDE9BE504A64}">
      <dgm:prSet/>
      <dgm:spPr/>
      <dgm:t>
        <a:bodyPr/>
        <a:lstStyle/>
        <a:p>
          <a:endParaRPr lang="ru-RU"/>
        </a:p>
      </dgm:t>
    </dgm:pt>
    <dgm:pt modelId="{A19DB63F-CE94-4469-8B77-C603A9E6CD4C}" type="sibTrans" cxnId="{B0B6DF2B-68C9-4115-9A60-FDE9BE504A64}">
      <dgm:prSet/>
      <dgm:spPr/>
      <dgm:t>
        <a:bodyPr/>
        <a:lstStyle/>
        <a:p>
          <a:endParaRPr lang="ru-RU"/>
        </a:p>
      </dgm:t>
    </dgm:pt>
    <dgm:pt modelId="{52F4CC38-89D0-46E9-B647-88DBB2378A43}">
      <dgm:prSet phldrT="[Текст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pPr>
            <a:buNone/>
          </a:pPr>
          <a:r>
            <a:rPr lang="ru-RU" dirty="0"/>
            <a:t>   Предоставление актуальных данных о ресурсах (</a:t>
          </a:r>
          <a:r>
            <a:rPr lang="en-US" dirty="0"/>
            <a:t>CPU, RAM,</a:t>
          </a:r>
          <a:r>
            <a:rPr lang="ru-RU" dirty="0"/>
            <a:t> Диск, Сеть) для мгновенной оценки состояния.</a:t>
          </a:r>
        </a:p>
      </dgm:t>
    </dgm:pt>
    <dgm:pt modelId="{BE1636F5-F784-4F19-AAE6-5631982688CC}" type="parTrans" cxnId="{67FC9DE6-2DE5-44BE-875B-30DEE5AC92D3}">
      <dgm:prSet/>
      <dgm:spPr/>
      <dgm:t>
        <a:bodyPr/>
        <a:lstStyle/>
        <a:p>
          <a:endParaRPr lang="ru-RU"/>
        </a:p>
      </dgm:t>
    </dgm:pt>
    <dgm:pt modelId="{1F4A3E42-03DB-4E71-B444-08206A469E89}" type="sibTrans" cxnId="{67FC9DE6-2DE5-44BE-875B-30DEE5AC92D3}">
      <dgm:prSet/>
      <dgm:spPr/>
      <dgm:t>
        <a:bodyPr/>
        <a:lstStyle/>
        <a:p>
          <a:endParaRPr lang="ru-RU"/>
        </a:p>
      </dgm:t>
    </dgm:pt>
    <dgm:pt modelId="{178F3988-A757-4551-8A79-0A1B49B7DAD5}">
      <dgm:prSet phldrT="[Текст]" phldr="0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ru-RU" dirty="0"/>
            <a:t>Проверка системы</a:t>
          </a:r>
        </a:p>
      </dgm:t>
    </dgm:pt>
    <dgm:pt modelId="{B4808CF3-50E7-4BF5-936E-054F6F560BB6}" type="parTrans" cxnId="{A3B2C8F7-546B-44DB-B30F-3AEF6D2A937E}">
      <dgm:prSet/>
      <dgm:spPr/>
      <dgm:t>
        <a:bodyPr/>
        <a:lstStyle/>
        <a:p>
          <a:endParaRPr lang="ru-RU"/>
        </a:p>
      </dgm:t>
    </dgm:pt>
    <dgm:pt modelId="{675205D2-F685-482B-A2D9-80C67FC4CEDB}" type="sibTrans" cxnId="{A3B2C8F7-546B-44DB-B30F-3AEF6D2A937E}">
      <dgm:prSet/>
      <dgm:spPr/>
      <dgm:t>
        <a:bodyPr/>
        <a:lstStyle/>
        <a:p>
          <a:endParaRPr lang="ru-RU"/>
        </a:p>
      </dgm:t>
    </dgm:pt>
    <dgm:pt modelId="{0A178ECE-176C-4E01-A7E6-3D5847393F1B}">
      <dgm:prSet phldrT="[Текст]" phldr="0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ru-RU" dirty="0"/>
            <a:t>Углубиться в свой пк</a:t>
          </a:r>
        </a:p>
      </dgm:t>
    </dgm:pt>
    <dgm:pt modelId="{B034B963-5292-40E2-AC1A-C265C95DB551}" type="parTrans" cxnId="{5FAA8B0F-F30A-4EBB-BBEB-0B3379CE80D2}">
      <dgm:prSet/>
      <dgm:spPr/>
      <dgm:t>
        <a:bodyPr/>
        <a:lstStyle/>
        <a:p>
          <a:endParaRPr lang="ru-RU"/>
        </a:p>
      </dgm:t>
    </dgm:pt>
    <dgm:pt modelId="{B59A12EF-60C0-45B2-B632-24781AA8D2A8}" type="sibTrans" cxnId="{5FAA8B0F-F30A-4EBB-BBEB-0B3379CE80D2}">
      <dgm:prSet/>
      <dgm:spPr/>
      <dgm:t>
        <a:bodyPr/>
        <a:lstStyle/>
        <a:p>
          <a:endParaRPr lang="ru-RU"/>
        </a:p>
      </dgm:t>
    </dgm:pt>
    <dgm:pt modelId="{AF073060-9BA1-4E00-AADB-4EC6D5885C62}">
      <dgm:prSet phldrT="[Текст]" phldr="0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ru-RU" dirty="0"/>
            <a:t>Некоторые даже не задумываются что внутри </a:t>
          </a:r>
          <a:r>
            <a:rPr lang="en-US" dirty="0"/>
            <a:t>:D</a:t>
          </a:r>
          <a:endParaRPr lang="ru-RU" dirty="0"/>
        </a:p>
      </dgm:t>
    </dgm:pt>
    <dgm:pt modelId="{593D9D2C-5C48-44B9-A896-B58C5F308B62}" type="parTrans" cxnId="{E3D595CB-158E-4B3E-B11C-B3BCB569916E}">
      <dgm:prSet/>
      <dgm:spPr/>
      <dgm:t>
        <a:bodyPr/>
        <a:lstStyle/>
        <a:p>
          <a:endParaRPr lang="ru-RU"/>
        </a:p>
      </dgm:t>
    </dgm:pt>
    <dgm:pt modelId="{0B577FAD-2C4E-4DEC-A020-EE1CF761E8B5}" type="sibTrans" cxnId="{E3D595CB-158E-4B3E-B11C-B3BCB569916E}">
      <dgm:prSet/>
      <dgm:spPr/>
      <dgm:t>
        <a:bodyPr/>
        <a:lstStyle/>
        <a:p>
          <a:endParaRPr lang="ru-RU"/>
        </a:p>
      </dgm:t>
    </dgm:pt>
    <dgm:pt modelId="{20292042-B74B-44CF-AA01-2A4925542ADD}">
      <dgm:prSet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pPr>
            <a:buNone/>
          </a:pPr>
          <a:r>
            <a:rPr lang="ru-RU" dirty="0"/>
            <a:t>   Проверка состояния критически важных служб и базовое управление основными системными функциями.</a:t>
          </a:r>
        </a:p>
      </dgm:t>
    </dgm:pt>
    <dgm:pt modelId="{23A3370C-BB07-4525-825F-67CD8021836A}" type="parTrans" cxnId="{FFFC0126-7E88-4CFF-BE62-C3BA17CBE3B4}">
      <dgm:prSet/>
      <dgm:spPr/>
      <dgm:t>
        <a:bodyPr/>
        <a:lstStyle/>
        <a:p>
          <a:endParaRPr lang="ru-RU"/>
        </a:p>
      </dgm:t>
    </dgm:pt>
    <dgm:pt modelId="{83B92AA5-EEAB-41D6-9CCB-7660CA289069}" type="sibTrans" cxnId="{FFFC0126-7E88-4CFF-BE62-C3BA17CBE3B4}">
      <dgm:prSet/>
      <dgm:spPr/>
      <dgm:t>
        <a:bodyPr/>
        <a:lstStyle/>
        <a:p>
          <a:endParaRPr lang="ru-RU"/>
        </a:p>
      </dgm:t>
    </dgm:pt>
    <dgm:pt modelId="{21C6177E-3F8E-44AD-9827-2E8D5E0CA641}" type="pres">
      <dgm:prSet presAssocID="{1F653185-F14F-4D89-8EFD-E8B3F73D1768}" presName="linear" presStyleCnt="0">
        <dgm:presLayoutVars>
          <dgm:dir/>
          <dgm:resizeHandles val="exact"/>
        </dgm:presLayoutVars>
      </dgm:prSet>
      <dgm:spPr/>
    </dgm:pt>
    <dgm:pt modelId="{5D2C0093-7226-4433-9461-01B3B88D1EB5}" type="pres">
      <dgm:prSet presAssocID="{14E94958-188E-41F7-ABBD-371DA2D898F3}" presName="comp" presStyleCnt="0"/>
      <dgm:spPr/>
    </dgm:pt>
    <dgm:pt modelId="{4306E284-80AB-4592-86E2-96E819C2C16E}" type="pres">
      <dgm:prSet presAssocID="{14E94958-188E-41F7-ABBD-371DA2D898F3}" presName="box" presStyleLbl="node1" presStyleIdx="0" presStyleCnt="3"/>
      <dgm:spPr/>
    </dgm:pt>
    <dgm:pt modelId="{0412AE86-5761-42E6-99D6-E70F47830BE7}" type="pres">
      <dgm:prSet presAssocID="{14E94958-188E-41F7-ABBD-371DA2D898F3}" presName="img" presStyleLbl="fgImgPlace1" presStyleIdx="0" presStyleCnt="3"/>
      <dgm:spPr>
        <a:blipFill rotWithShape="1">
          <a:blip xmlns:r="http://schemas.openxmlformats.org/officeDocument/2006/relationships" r:embed="rId1"/>
          <a:srcRect/>
          <a:stretch>
            <a:fillRect t="-12000" b="-12000"/>
          </a:stretch>
        </a:blipFill>
      </dgm:spPr>
    </dgm:pt>
    <dgm:pt modelId="{55B05C6D-4482-4DE5-85EB-2792B8469FFC}" type="pres">
      <dgm:prSet presAssocID="{14E94958-188E-41F7-ABBD-371DA2D898F3}" presName="text" presStyleLbl="node1" presStyleIdx="0" presStyleCnt="3">
        <dgm:presLayoutVars>
          <dgm:bulletEnabled val="1"/>
        </dgm:presLayoutVars>
      </dgm:prSet>
      <dgm:spPr/>
    </dgm:pt>
    <dgm:pt modelId="{4E147037-9EFB-467B-BE72-7FDF2E8D42CF}" type="pres">
      <dgm:prSet presAssocID="{A19DB63F-CE94-4469-8B77-C603A9E6CD4C}" presName="spacer" presStyleCnt="0"/>
      <dgm:spPr/>
    </dgm:pt>
    <dgm:pt modelId="{B579C0EA-0F55-4EFB-9030-C3FA2AE62DBD}" type="pres">
      <dgm:prSet presAssocID="{178F3988-A757-4551-8A79-0A1B49B7DAD5}" presName="comp" presStyleCnt="0"/>
      <dgm:spPr/>
    </dgm:pt>
    <dgm:pt modelId="{83944C3E-52BE-4C20-A71A-4FCC5FD25532}" type="pres">
      <dgm:prSet presAssocID="{178F3988-A757-4551-8A79-0A1B49B7DAD5}" presName="box" presStyleLbl="node1" presStyleIdx="1" presStyleCnt="3"/>
      <dgm:spPr/>
    </dgm:pt>
    <dgm:pt modelId="{2C356222-DC3B-4C7C-B6C5-4F06A0D9EAE3}" type="pres">
      <dgm:prSet presAssocID="{178F3988-A757-4551-8A79-0A1B49B7DAD5}" presName="img" presStyleLbl="fgImgPlace1" presStyleIdx="1" presStyleCnt="3"/>
      <dgm:spPr>
        <a:blipFill rotWithShape="1">
          <a:blip xmlns:r="http://schemas.openxmlformats.org/officeDocument/2006/relationships" r:embed="rId2"/>
          <a:srcRect/>
          <a:stretch>
            <a:fillRect t="-9000" b="-9000"/>
          </a:stretch>
        </a:blipFill>
      </dgm:spPr>
    </dgm:pt>
    <dgm:pt modelId="{AD7851CB-05FB-4DCC-A6E3-052D1FB3F27E}" type="pres">
      <dgm:prSet presAssocID="{178F3988-A757-4551-8A79-0A1B49B7DAD5}" presName="text" presStyleLbl="node1" presStyleIdx="1" presStyleCnt="3">
        <dgm:presLayoutVars>
          <dgm:bulletEnabled val="1"/>
        </dgm:presLayoutVars>
      </dgm:prSet>
      <dgm:spPr/>
    </dgm:pt>
    <dgm:pt modelId="{8FE6DAC0-31AC-434D-98BB-9EABBBA4EAB8}" type="pres">
      <dgm:prSet presAssocID="{675205D2-F685-482B-A2D9-80C67FC4CEDB}" presName="spacer" presStyleCnt="0"/>
      <dgm:spPr/>
    </dgm:pt>
    <dgm:pt modelId="{F181B3E4-43F4-4A57-B441-1559C5804848}" type="pres">
      <dgm:prSet presAssocID="{0A178ECE-176C-4E01-A7E6-3D5847393F1B}" presName="comp" presStyleCnt="0"/>
      <dgm:spPr/>
    </dgm:pt>
    <dgm:pt modelId="{0A57E1F1-D7D4-4452-98B1-23D82A75253F}" type="pres">
      <dgm:prSet presAssocID="{0A178ECE-176C-4E01-A7E6-3D5847393F1B}" presName="box" presStyleLbl="node1" presStyleIdx="2" presStyleCnt="3"/>
      <dgm:spPr/>
    </dgm:pt>
    <dgm:pt modelId="{370D7768-4AA4-4FA2-A90F-DC5029A58327}" type="pres">
      <dgm:prSet presAssocID="{0A178ECE-176C-4E01-A7E6-3D5847393F1B}" presName="img" presStyleLbl="fgImgPlace1" presStyleIdx="2" presStyleCnt="3"/>
      <dgm:spPr>
        <a:blipFill rotWithShape="1">
          <a:blip xmlns:r="http://schemas.openxmlformats.org/officeDocument/2006/relationships" r:embed="rId3"/>
          <a:srcRect/>
          <a:stretch>
            <a:fillRect t="-21000" b="-21000"/>
          </a:stretch>
        </a:blipFill>
      </dgm:spPr>
    </dgm:pt>
    <dgm:pt modelId="{7AE9266E-6DCC-4D98-AAAA-075A2E6EE526}" type="pres">
      <dgm:prSet presAssocID="{0A178ECE-176C-4E01-A7E6-3D5847393F1B}" presName="text" presStyleLbl="node1" presStyleIdx="2" presStyleCnt="3">
        <dgm:presLayoutVars>
          <dgm:bulletEnabled val="1"/>
        </dgm:presLayoutVars>
      </dgm:prSet>
      <dgm:spPr/>
    </dgm:pt>
  </dgm:ptLst>
  <dgm:cxnLst>
    <dgm:cxn modelId="{B44CA80B-2F95-4C0B-A928-F7E8771F70C3}" type="presOf" srcId="{0A178ECE-176C-4E01-A7E6-3D5847393F1B}" destId="{0A57E1F1-D7D4-4452-98B1-23D82A75253F}" srcOrd="0" destOrd="0" presId="urn:microsoft.com/office/officeart/2005/8/layout/vList4"/>
    <dgm:cxn modelId="{5FAA8B0F-F30A-4EBB-BBEB-0B3379CE80D2}" srcId="{1F653185-F14F-4D89-8EFD-E8B3F73D1768}" destId="{0A178ECE-176C-4E01-A7E6-3D5847393F1B}" srcOrd="2" destOrd="0" parTransId="{B034B963-5292-40E2-AC1A-C265C95DB551}" sibTransId="{B59A12EF-60C0-45B2-B632-24781AA8D2A8}"/>
    <dgm:cxn modelId="{E4708E23-9E87-437D-989C-A169206BC991}" type="presOf" srcId="{AF073060-9BA1-4E00-AADB-4EC6D5885C62}" destId="{0A57E1F1-D7D4-4452-98B1-23D82A75253F}" srcOrd="0" destOrd="1" presId="urn:microsoft.com/office/officeart/2005/8/layout/vList4"/>
    <dgm:cxn modelId="{FFFC0126-7E88-4CFF-BE62-C3BA17CBE3B4}" srcId="{178F3988-A757-4551-8A79-0A1B49B7DAD5}" destId="{20292042-B74B-44CF-AA01-2A4925542ADD}" srcOrd="0" destOrd="0" parTransId="{23A3370C-BB07-4525-825F-67CD8021836A}" sibTransId="{83B92AA5-EEAB-41D6-9CCB-7660CA289069}"/>
    <dgm:cxn modelId="{B0B6DF2B-68C9-4115-9A60-FDE9BE504A64}" srcId="{1F653185-F14F-4D89-8EFD-E8B3F73D1768}" destId="{14E94958-188E-41F7-ABBD-371DA2D898F3}" srcOrd="0" destOrd="0" parTransId="{4C37D277-8280-4D11-83ED-2FA60340C043}" sibTransId="{A19DB63F-CE94-4469-8B77-C603A9E6CD4C}"/>
    <dgm:cxn modelId="{E0574367-F332-4810-87FE-E5C3837A6337}" type="presOf" srcId="{14E94958-188E-41F7-ABBD-371DA2D898F3}" destId="{4306E284-80AB-4592-86E2-96E819C2C16E}" srcOrd="0" destOrd="0" presId="urn:microsoft.com/office/officeart/2005/8/layout/vList4"/>
    <dgm:cxn modelId="{BE15984A-8186-461D-8338-80ACE8509CCF}" type="presOf" srcId="{52F4CC38-89D0-46E9-B647-88DBB2378A43}" destId="{4306E284-80AB-4592-86E2-96E819C2C16E}" srcOrd="0" destOrd="1" presId="urn:microsoft.com/office/officeart/2005/8/layout/vList4"/>
    <dgm:cxn modelId="{00ADA44B-A209-482B-A5F2-56BF242604B6}" type="presOf" srcId="{178F3988-A757-4551-8A79-0A1B49B7DAD5}" destId="{AD7851CB-05FB-4DCC-A6E3-052D1FB3F27E}" srcOrd="1" destOrd="0" presId="urn:microsoft.com/office/officeart/2005/8/layout/vList4"/>
    <dgm:cxn modelId="{80E58C7F-0203-449D-9C83-E08920E1E39C}" type="presOf" srcId="{AF073060-9BA1-4E00-AADB-4EC6D5885C62}" destId="{7AE9266E-6DCC-4D98-AAAA-075A2E6EE526}" srcOrd="1" destOrd="1" presId="urn:microsoft.com/office/officeart/2005/8/layout/vList4"/>
    <dgm:cxn modelId="{574FB680-6BC0-4F97-99F6-D2BD8DFE22AF}" type="presOf" srcId="{14E94958-188E-41F7-ABBD-371DA2D898F3}" destId="{55B05C6D-4482-4DE5-85EB-2792B8469FFC}" srcOrd="1" destOrd="0" presId="urn:microsoft.com/office/officeart/2005/8/layout/vList4"/>
    <dgm:cxn modelId="{3802E188-3CB5-4547-9CF2-5991722E9295}" type="presOf" srcId="{0A178ECE-176C-4E01-A7E6-3D5847393F1B}" destId="{7AE9266E-6DCC-4D98-AAAA-075A2E6EE526}" srcOrd="1" destOrd="0" presId="urn:microsoft.com/office/officeart/2005/8/layout/vList4"/>
    <dgm:cxn modelId="{96434F8A-666D-4F3E-AC93-FCCF9C2BD9F9}" type="presOf" srcId="{1F653185-F14F-4D89-8EFD-E8B3F73D1768}" destId="{21C6177E-3F8E-44AD-9827-2E8D5E0CA641}" srcOrd="0" destOrd="0" presId="urn:microsoft.com/office/officeart/2005/8/layout/vList4"/>
    <dgm:cxn modelId="{E9C042A8-91EB-43B3-B275-3B0DB7AB805E}" type="presOf" srcId="{20292042-B74B-44CF-AA01-2A4925542ADD}" destId="{83944C3E-52BE-4C20-A71A-4FCC5FD25532}" srcOrd="0" destOrd="1" presId="urn:microsoft.com/office/officeart/2005/8/layout/vList4"/>
    <dgm:cxn modelId="{729365C4-BE47-4611-B56B-8B388D420EAC}" type="presOf" srcId="{52F4CC38-89D0-46E9-B647-88DBB2378A43}" destId="{55B05C6D-4482-4DE5-85EB-2792B8469FFC}" srcOrd="1" destOrd="1" presId="urn:microsoft.com/office/officeart/2005/8/layout/vList4"/>
    <dgm:cxn modelId="{E3D595CB-158E-4B3E-B11C-B3BCB569916E}" srcId="{0A178ECE-176C-4E01-A7E6-3D5847393F1B}" destId="{AF073060-9BA1-4E00-AADB-4EC6D5885C62}" srcOrd="0" destOrd="0" parTransId="{593D9D2C-5C48-44B9-A896-B58C5F308B62}" sibTransId="{0B577FAD-2C4E-4DEC-A020-EE1CF761E8B5}"/>
    <dgm:cxn modelId="{67FC9DE6-2DE5-44BE-875B-30DEE5AC92D3}" srcId="{14E94958-188E-41F7-ABBD-371DA2D898F3}" destId="{52F4CC38-89D0-46E9-B647-88DBB2378A43}" srcOrd="0" destOrd="0" parTransId="{BE1636F5-F784-4F19-AAE6-5631982688CC}" sibTransId="{1F4A3E42-03DB-4E71-B444-08206A469E89}"/>
    <dgm:cxn modelId="{1FBA3DF2-166F-41B7-81D7-3E6D739CB404}" type="presOf" srcId="{178F3988-A757-4551-8A79-0A1B49B7DAD5}" destId="{83944C3E-52BE-4C20-A71A-4FCC5FD25532}" srcOrd="0" destOrd="0" presId="urn:microsoft.com/office/officeart/2005/8/layout/vList4"/>
    <dgm:cxn modelId="{E119C2F4-BEE6-4311-8BA1-0E3DF2C58254}" type="presOf" srcId="{20292042-B74B-44CF-AA01-2A4925542ADD}" destId="{AD7851CB-05FB-4DCC-A6E3-052D1FB3F27E}" srcOrd="1" destOrd="1" presId="urn:microsoft.com/office/officeart/2005/8/layout/vList4"/>
    <dgm:cxn modelId="{A3B2C8F7-546B-44DB-B30F-3AEF6D2A937E}" srcId="{1F653185-F14F-4D89-8EFD-E8B3F73D1768}" destId="{178F3988-A757-4551-8A79-0A1B49B7DAD5}" srcOrd="1" destOrd="0" parTransId="{B4808CF3-50E7-4BF5-936E-054F6F560BB6}" sibTransId="{675205D2-F685-482B-A2D9-80C67FC4CEDB}"/>
    <dgm:cxn modelId="{3B9AC33C-84D3-41A7-AC6E-58E02FF2E408}" type="presParOf" srcId="{21C6177E-3F8E-44AD-9827-2E8D5E0CA641}" destId="{5D2C0093-7226-4433-9461-01B3B88D1EB5}" srcOrd="0" destOrd="0" presId="urn:microsoft.com/office/officeart/2005/8/layout/vList4"/>
    <dgm:cxn modelId="{C29F0EB6-F522-404D-9EFB-586F002BF4C3}" type="presParOf" srcId="{5D2C0093-7226-4433-9461-01B3B88D1EB5}" destId="{4306E284-80AB-4592-86E2-96E819C2C16E}" srcOrd="0" destOrd="0" presId="urn:microsoft.com/office/officeart/2005/8/layout/vList4"/>
    <dgm:cxn modelId="{61E83494-659B-4182-9B8C-5D898B88498B}" type="presParOf" srcId="{5D2C0093-7226-4433-9461-01B3B88D1EB5}" destId="{0412AE86-5761-42E6-99D6-E70F47830BE7}" srcOrd="1" destOrd="0" presId="urn:microsoft.com/office/officeart/2005/8/layout/vList4"/>
    <dgm:cxn modelId="{6C528B51-8509-45E1-91FA-1EF40C170883}" type="presParOf" srcId="{5D2C0093-7226-4433-9461-01B3B88D1EB5}" destId="{55B05C6D-4482-4DE5-85EB-2792B8469FFC}" srcOrd="2" destOrd="0" presId="urn:microsoft.com/office/officeart/2005/8/layout/vList4"/>
    <dgm:cxn modelId="{CF19588C-DDBB-46E8-92BC-873EA292DA2E}" type="presParOf" srcId="{21C6177E-3F8E-44AD-9827-2E8D5E0CA641}" destId="{4E147037-9EFB-467B-BE72-7FDF2E8D42CF}" srcOrd="1" destOrd="0" presId="urn:microsoft.com/office/officeart/2005/8/layout/vList4"/>
    <dgm:cxn modelId="{C8178F31-BB10-4218-BAF0-4B5023E3E148}" type="presParOf" srcId="{21C6177E-3F8E-44AD-9827-2E8D5E0CA641}" destId="{B579C0EA-0F55-4EFB-9030-C3FA2AE62DBD}" srcOrd="2" destOrd="0" presId="urn:microsoft.com/office/officeart/2005/8/layout/vList4"/>
    <dgm:cxn modelId="{89ED95CD-AFE6-4107-9CD1-5E23FB8662C4}" type="presParOf" srcId="{B579C0EA-0F55-4EFB-9030-C3FA2AE62DBD}" destId="{83944C3E-52BE-4C20-A71A-4FCC5FD25532}" srcOrd="0" destOrd="0" presId="urn:microsoft.com/office/officeart/2005/8/layout/vList4"/>
    <dgm:cxn modelId="{35DABEB0-A4EF-470E-BD92-C892D7A71727}" type="presParOf" srcId="{B579C0EA-0F55-4EFB-9030-C3FA2AE62DBD}" destId="{2C356222-DC3B-4C7C-B6C5-4F06A0D9EAE3}" srcOrd="1" destOrd="0" presId="urn:microsoft.com/office/officeart/2005/8/layout/vList4"/>
    <dgm:cxn modelId="{3CEA58F5-D827-4E16-BAB4-6E12511F229C}" type="presParOf" srcId="{B579C0EA-0F55-4EFB-9030-C3FA2AE62DBD}" destId="{AD7851CB-05FB-4DCC-A6E3-052D1FB3F27E}" srcOrd="2" destOrd="0" presId="urn:microsoft.com/office/officeart/2005/8/layout/vList4"/>
    <dgm:cxn modelId="{3D7F3009-7EB0-4D96-BF5A-F66BD3A76942}" type="presParOf" srcId="{21C6177E-3F8E-44AD-9827-2E8D5E0CA641}" destId="{8FE6DAC0-31AC-434D-98BB-9EABBBA4EAB8}" srcOrd="3" destOrd="0" presId="urn:microsoft.com/office/officeart/2005/8/layout/vList4"/>
    <dgm:cxn modelId="{F03100F6-3ABD-4E2D-A651-ADF1C8B776F0}" type="presParOf" srcId="{21C6177E-3F8E-44AD-9827-2E8D5E0CA641}" destId="{F181B3E4-43F4-4A57-B441-1559C5804848}" srcOrd="4" destOrd="0" presId="urn:microsoft.com/office/officeart/2005/8/layout/vList4"/>
    <dgm:cxn modelId="{E416F707-C734-4C1A-BC25-C74F2522DCE7}" type="presParOf" srcId="{F181B3E4-43F4-4A57-B441-1559C5804848}" destId="{0A57E1F1-D7D4-4452-98B1-23D82A75253F}" srcOrd="0" destOrd="0" presId="urn:microsoft.com/office/officeart/2005/8/layout/vList4"/>
    <dgm:cxn modelId="{DD653954-2B1C-4513-88EA-838F57F4F463}" type="presParOf" srcId="{F181B3E4-43F4-4A57-B441-1559C5804848}" destId="{370D7768-4AA4-4FA2-A90F-DC5029A58327}" srcOrd="1" destOrd="0" presId="urn:microsoft.com/office/officeart/2005/8/layout/vList4"/>
    <dgm:cxn modelId="{B3C28154-B008-4891-8448-4B7D6B8C2CF7}" type="presParOf" srcId="{F181B3E4-43F4-4A57-B441-1559C5804848}" destId="{7AE9266E-6DCC-4D98-AAAA-075A2E6EE526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1CFC70-03BE-4821-9736-45406522D93E}" type="doc">
      <dgm:prSet loTypeId="urn:microsoft.com/office/officeart/2008/layout/RadialCluster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54FAB61-A7CB-41BB-9697-71A5B52A648E}">
      <dgm:prSet phldrT="[Текст]" phldr="0"/>
      <dgm:spPr>
        <a:blipFill rotWithShape="0">
          <a:blip xmlns:r="http://schemas.openxmlformats.org/officeDocument/2006/relationships" r:embed="rId1"/>
          <a:srcRect/>
          <a:stretch>
            <a:fillRect/>
          </a:stretch>
        </a:blipFill>
      </dgm:spPr>
      <dgm:t>
        <a:bodyPr/>
        <a:lstStyle/>
        <a:p>
          <a:endParaRPr lang="ru-RU" dirty="0"/>
        </a:p>
        <a:p>
          <a:endParaRPr lang="ru-RU" dirty="0"/>
        </a:p>
      </dgm:t>
    </dgm:pt>
    <dgm:pt modelId="{6CA539E2-0C55-4E05-97B8-DF3168B0F3B8}" type="parTrans" cxnId="{1DFB88AD-E069-4F36-BD4C-D9C092E54AB5}">
      <dgm:prSet/>
      <dgm:spPr/>
      <dgm:t>
        <a:bodyPr/>
        <a:lstStyle/>
        <a:p>
          <a:endParaRPr lang="ru-RU"/>
        </a:p>
      </dgm:t>
    </dgm:pt>
    <dgm:pt modelId="{05BB38C0-B28E-4930-8A04-1FDB76AF8287}" type="sibTrans" cxnId="{1DFB88AD-E069-4F36-BD4C-D9C092E54AB5}">
      <dgm:prSet/>
      <dgm:spPr/>
      <dgm:t>
        <a:bodyPr/>
        <a:lstStyle/>
        <a:p>
          <a:endParaRPr lang="ru-RU"/>
        </a:p>
      </dgm:t>
    </dgm:pt>
    <dgm:pt modelId="{0CE58E15-7B03-4815-9C89-297221B93803}">
      <dgm:prSet phldrT="[Текст]" phldr="0"/>
      <dgm:spPr>
        <a:blipFill rotWithShape="0">
          <a:blip xmlns:r="http://schemas.openxmlformats.org/officeDocument/2006/relationships" r:embed="rId2"/>
          <a:srcRect/>
          <a:stretch>
            <a:fillRect/>
          </a:stretch>
        </a:blipFill>
      </dgm:spPr>
      <dgm:t>
        <a:bodyPr/>
        <a:lstStyle/>
        <a:p>
          <a:endParaRPr lang="ru-RU" dirty="0"/>
        </a:p>
      </dgm:t>
    </dgm:pt>
    <dgm:pt modelId="{CA205091-7A32-47D6-930F-68B79CC44B72}" type="parTrans" cxnId="{2B7840E9-50D2-4EBA-ABE2-4FB872CC0B6C}">
      <dgm:prSet/>
      <dgm:spPr/>
      <dgm:t>
        <a:bodyPr/>
        <a:lstStyle/>
        <a:p>
          <a:endParaRPr lang="ru-RU"/>
        </a:p>
      </dgm:t>
    </dgm:pt>
    <dgm:pt modelId="{319B4DFE-553A-42A8-B1D6-E80A03AE8165}" type="sibTrans" cxnId="{2B7840E9-50D2-4EBA-ABE2-4FB872CC0B6C}">
      <dgm:prSet/>
      <dgm:spPr/>
      <dgm:t>
        <a:bodyPr/>
        <a:lstStyle/>
        <a:p>
          <a:endParaRPr lang="ru-RU"/>
        </a:p>
      </dgm:t>
    </dgm:pt>
    <dgm:pt modelId="{627C0F5E-9AE1-4FFF-AB4B-BA900A30F71D}">
      <dgm:prSet phldrT="[Текст]" phldr="0"/>
      <dgm:spPr>
        <a:blipFill rotWithShape="0">
          <a:blip xmlns:r="http://schemas.openxmlformats.org/officeDocument/2006/relationships" r:embed="rId3"/>
          <a:srcRect/>
          <a:stretch>
            <a:fillRect/>
          </a:stretch>
        </a:blipFill>
      </dgm:spPr>
      <dgm:t>
        <a:bodyPr/>
        <a:lstStyle/>
        <a:p>
          <a:endParaRPr lang="ru-RU" dirty="0"/>
        </a:p>
        <a:p>
          <a:endParaRPr lang="ru-RU" dirty="0"/>
        </a:p>
      </dgm:t>
    </dgm:pt>
    <dgm:pt modelId="{AE626EDA-88AF-4912-A2DF-D596A5D2FC3A}" type="parTrans" cxnId="{ED81FCAC-4736-4A1D-999E-381480A2B5D6}">
      <dgm:prSet/>
      <dgm:spPr/>
      <dgm:t>
        <a:bodyPr/>
        <a:lstStyle/>
        <a:p>
          <a:endParaRPr lang="ru-RU"/>
        </a:p>
      </dgm:t>
    </dgm:pt>
    <dgm:pt modelId="{DBC0B6F7-B5EF-41B7-B1A1-9D790BC811B6}" type="sibTrans" cxnId="{ED81FCAC-4736-4A1D-999E-381480A2B5D6}">
      <dgm:prSet/>
      <dgm:spPr/>
      <dgm:t>
        <a:bodyPr/>
        <a:lstStyle/>
        <a:p>
          <a:endParaRPr lang="ru-RU"/>
        </a:p>
      </dgm:t>
    </dgm:pt>
    <dgm:pt modelId="{79ACB2A5-0FEC-44D9-A059-9B14BEFFB755}">
      <dgm:prSet phldrT="[Текст]"/>
      <dgm:spPr>
        <a:blipFill rotWithShape="0">
          <a:blip xmlns:r="http://schemas.openxmlformats.org/officeDocument/2006/relationships" r:embed="rId4"/>
          <a:srcRect/>
          <a:stretch>
            <a:fillRect/>
          </a:stretch>
        </a:blipFill>
      </dgm:spPr>
      <dgm:t>
        <a:bodyPr/>
        <a:lstStyle/>
        <a:p>
          <a:pPr>
            <a:buNone/>
          </a:pPr>
          <a:endParaRPr lang="ru-RU" dirty="0"/>
        </a:p>
      </dgm:t>
    </dgm:pt>
    <dgm:pt modelId="{11AB164D-CD13-4235-944F-62457DD183DA}" type="parTrans" cxnId="{A487E708-9BF0-4093-BAC0-8BB5CDEDB371}">
      <dgm:prSet/>
      <dgm:spPr/>
      <dgm:t>
        <a:bodyPr/>
        <a:lstStyle/>
        <a:p>
          <a:endParaRPr lang="ru-RU"/>
        </a:p>
      </dgm:t>
    </dgm:pt>
    <dgm:pt modelId="{4646854E-2137-429E-BE35-179EA9C6DECF}" type="sibTrans" cxnId="{A487E708-9BF0-4093-BAC0-8BB5CDEDB371}">
      <dgm:prSet/>
      <dgm:spPr/>
      <dgm:t>
        <a:bodyPr/>
        <a:lstStyle/>
        <a:p>
          <a:endParaRPr lang="ru-RU"/>
        </a:p>
      </dgm:t>
    </dgm:pt>
    <dgm:pt modelId="{0D170B82-9A85-4313-808B-D63E1EFD2A81}" type="pres">
      <dgm:prSet presAssocID="{1C1CFC70-03BE-4821-9736-45406522D93E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7F7B31AF-AC18-4F4C-AEA9-65DF2FDE34ED}" type="pres">
      <dgm:prSet presAssocID="{154FAB61-A7CB-41BB-9697-71A5B52A648E}" presName="singleCycle" presStyleCnt="0"/>
      <dgm:spPr/>
    </dgm:pt>
    <dgm:pt modelId="{EF218E57-E8EC-4F4B-BF37-E92EEE8A9E69}" type="pres">
      <dgm:prSet presAssocID="{154FAB61-A7CB-41BB-9697-71A5B52A648E}" presName="singleCenter" presStyleLbl="node1" presStyleIdx="0" presStyleCnt="4" custLinFactNeighborX="-34086" custLinFactNeighborY="-15211">
        <dgm:presLayoutVars>
          <dgm:chMax val="7"/>
          <dgm:chPref val="7"/>
        </dgm:presLayoutVars>
      </dgm:prSet>
      <dgm:spPr/>
    </dgm:pt>
    <dgm:pt modelId="{5A5DB044-528B-4BEF-9E47-5C27B5F0B17C}" type="pres">
      <dgm:prSet presAssocID="{CA205091-7A32-47D6-930F-68B79CC44B72}" presName="Name56" presStyleLbl="parChTrans1D2" presStyleIdx="0" presStyleCnt="3"/>
      <dgm:spPr/>
    </dgm:pt>
    <dgm:pt modelId="{60021308-7865-479F-B875-58A50EF11F4D}" type="pres">
      <dgm:prSet presAssocID="{0CE58E15-7B03-4815-9C89-297221B93803}" presName="text0" presStyleLbl="node1" presStyleIdx="1" presStyleCnt="4" custScaleX="82184" custScaleY="82101" custRadScaleRad="116945" custRadScaleInc="5253">
        <dgm:presLayoutVars>
          <dgm:bulletEnabled val="1"/>
        </dgm:presLayoutVars>
      </dgm:prSet>
      <dgm:spPr/>
    </dgm:pt>
    <dgm:pt modelId="{35081875-5CB2-47CA-9014-6FBED9EFD48D}" type="pres">
      <dgm:prSet presAssocID="{AE626EDA-88AF-4912-A2DF-D596A5D2FC3A}" presName="Name56" presStyleLbl="parChTrans1D2" presStyleIdx="1" presStyleCnt="3"/>
      <dgm:spPr/>
    </dgm:pt>
    <dgm:pt modelId="{F380F2AC-96DE-41CB-9710-99352FBE3E01}" type="pres">
      <dgm:prSet presAssocID="{627C0F5E-9AE1-4FFF-AB4B-BA900A30F71D}" presName="text0" presStyleLbl="node1" presStyleIdx="2" presStyleCnt="4" custScaleX="76362" custScaleY="74870" custRadScaleRad="29254" custRadScaleInc="-187458">
        <dgm:presLayoutVars>
          <dgm:bulletEnabled val="1"/>
        </dgm:presLayoutVars>
      </dgm:prSet>
      <dgm:spPr/>
    </dgm:pt>
    <dgm:pt modelId="{9E2B3B6B-3DB1-487C-AA5B-8A966558C636}" type="pres">
      <dgm:prSet presAssocID="{11AB164D-CD13-4235-944F-62457DD183DA}" presName="Name56" presStyleLbl="parChTrans1D2" presStyleIdx="2" presStyleCnt="3"/>
      <dgm:spPr/>
    </dgm:pt>
    <dgm:pt modelId="{D7B8A093-4AB5-4A84-A684-EB18C2DF5D82}" type="pres">
      <dgm:prSet presAssocID="{79ACB2A5-0FEC-44D9-A059-9B14BEFFB755}" presName="text0" presStyleLbl="node1" presStyleIdx="3" presStyleCnt="4" custScaleX="79609" custScaleY="82648" custRadScaleRad="66984" custRadScaleInc="-105133">
        <dgm:presLayoutVars>
          <dgm:bulletEnabled val="1"/>
        </dgm:presLayoutVars>
      </dgm:prSet>
      <dgm:spPr/>
    </dgm:pt>
  </dgm:ptLst>
  <dgm:cxnLst>
    <dgm:cxn modelId="{16F26506-B864-4D03-B427-D5794680800A}" type="presOf" srcId="{627C0F5E-9AE1-4FFF-AB4B-BA900A30F71D}" destId="{F380F2AC-96DE-41CB-9710-99352FBE3E01}" srcOrd="0" destOrd="0" presId="urn:microsoft.com/office/officeart/2008/layout/RadialCluster"/>
    <dgm:cxn modelId="{A487E708-9BF0-4093-BAC0-8BB5CDEDB371}" srcId="{154FAB61-A7CB-41BB-9697-71A5B52A648E}" destId="{79ACB2A5-0FEC-44D9-A059-9B14BEFFB755}" srcOrd="2" destOrd="0" parTransId="{11AB164D-CD13-4235-944F-62457DD183DA}" sibTransId="{4646854E-2137-429E-BE35-179EA9C6DECF}"/>
    <dgm:cxn modelId="{E511984F-FC41-4C49-81EE-EA557FC8B790}" type="presOf" srcId="{CA205091-7A32-47D6-930F-68B79CC44B72}" destId="{5A5DB044-528B-4BEF-9E47-5C27B5F0B17C}" srcOrd="0" destOrd="0" presId="urn:microsoft.com/office/officeart/2008/layout/RadialCluster"/>
    <dgm:cxn modelId="{85A53A8D-B349-4517-AFC9-54D5DEE7BB76}" type="presOf" srcId="{0CE58E15-7B03-4815-9C89-297221B93803}" destId="{60021308-7865-479F-B875-58A50EF11F4D}" srcOrd="0" destOrd="0" presId="urn:microsoft.com/office/officeart/2008/layout/RadialCluster"/>
    <dgm:cxn modelId="{9EC4C9A2-2123-4426-BB35-D36BE446BD16}" type="presOf" srcId="{11AB164D-CD13-4235-944F-62457DD183DA}" destId="{9E2B3B6B-3DB1-487C-AA5B-8A966558C636}" srcOrd="0" destOrd="0" presId="urn:microsoft.com/office/officeart/2008/layout/RadialCluster"/>
    <dgm:cxn modelId="{3A477DAC-AF1A-4004-9895-E25C8B3DC648}" type="presOf" srcId="{1C1CFC70-03BE-4821-9736-45406522D93E}" destId="{0D170B82-9A85-4313-808B-D63E1EFD2A81}" srcOrd="0" destOrd="0" presId="urn:microsoft.com/office/officeart/2008/layout/RadialCluster"/>
    <dgm:cxn modelId="{ED81FCAC-4736-4A1D-999E-381480A2B5D6}" srcId="{154FAB61-A7CB-41BB-9697-71A5B52A648E}" destId="{627C0F5E-9AE1-4FFF-AB4B-BA900A30F71D}" srcOrd="1" destOrd="0" parTransId="{AE626EDA-88AF-4912-A2DF-D596A5D2FC3A}" sibTransId="{DBC0B6F7-B5EF-41B7-B1A1-9D790BC811B6}"/>
    <dgm:cxn modelId="{1DFB88AD-E069-4F36-BD4C-D9C092E54AB5}" srcId="{1C1CFC70-03BE-4821-9736-45406522D93E}" destId="{154FAB61-A7CB-41BB-9697-71A5B52A648E}" srcOrd="0" destOrd="0" parTransId="{6CA539E2-0C55-4E05-97B8-DF3168B0F3B8}" sibTransId="{05BB38C0-B28E-4930-8A04-1FDB76AF8287}"/>
    <dgm:cxn modelId="{598914C1-401A-48CC-8D59-98F7A287D0C4}" type="presOf" srcId="{79ACB2A5-0FEC-44D9-A059-9B14BEFFB755}" destId="{D7B8A093-4AB5-4A84-A684-EB18C2DF5D82}" srcOrd="0" destOrd="0" presId="urn:microsoft.com/office/officeart/2008/layout/RadialCluster"/>
    <dgm:cxn modelId="{1E538FD7-AC46-4674-A5D5-E950806B3855}" type="presOf" srcId="{154FAB61-A7CB-41BB-9697-71A5B52A648E}" destId="{EF218E57-E8EC-4F4B-BF37-E92EEE8A9E69}" srcOrd="0" destOrd="0" presId="urn:microsoft.com/office/officeart/2008/layout/RadialCluster"/>
    <dgm:cxn modelId="{520487D8-EF15-4DBF-8333-A3E672129644}" type="presOf" srcId="{AE626EDA-88AF-4912-A2DF-D596A5D2FC3A}" destId="{35081875-5CB2-47CA-9014-6FBED9EFD48D}" srcOrd="0" destOrd="0" presId="urn:microsoft.com/office/officeart/2008/layout/RadialCluster"/>
    <dgm:cxn modelId="{2B7840E9-50D2-4EBA-ABE2-4FB872CC0B6C}" srcId="{154FAB61-A7CB-41BB-9697-71A5B52A648E}" destId="{0CE58E15-7B03-4815-9C89-297221B93803}" srcOrd="0" destOrd="0" parTransId="{CA205091-7A32-47D6-930F-68B79CC44B72}" sibTransId="{319B4DFE-553A-42A8-B1D6-E80A03AE8165}"/>
    <dgm:cxn modelId="{62DDE14F-38D3-473A-B1A0-199128EF2F13}" type="presParOf" srcId="{0D170B82-9A85-4313-808B-D63E1EFD2A81}" destId="{7F7B31AF-AC18-4F4C-AEA9-65DF2FDE34ED}" srcOrd="0" destOrd="0" presId="urn:microsoft.com/office/officeart/2008/layout/RadialCluster"/>
    <dgm:cxn modelId="{3BEC5EE8-3226-4068-9055-E5DEE45227DA}" type="presParOf" srcId="{7F7B31AF-AC18-4F4C-AEA9-65DF2FDE34ED}" destId="{EF218E57-E8EC-4F4B-BF37-E92EEE8A9E69}" srcOrd="0" destOrd="0" presId="urn:microsoft.com/office/officeart/2008/layout/RadialCluster"/>
    <dgm:cxn modelId="{8D58C75C-DAB5-4B51-94C8-AE2CF9CBD6C2}" type="presParOf" srcId="{7F7B31AF-AC18-4F4C-AEA9-65DF2FDE34ED}" destId="{5A5DB044-528B-4BEF-9E47-5C27B5F0B17C}" srcOrd="1" destOrd="0" presId="urn:microsoft.com/office/officeart/2008/layout/RadialCluster"/>
    <dgm:cxn modelId="{3E90D5A8-4EF9-4A79-A460-5930B7026F13}" type="presParOf" srcId="{7F7B31AF-AC18-4F4C-AEA9-65DF2FDE34ED}" destId="{60021308-7865-479F-B875-58A50EF11F4D}" srcOrd="2" destOrd="0" presId="urn:microsoft.com/office/officeart/2008/layout/RadialCluster"/>
    <dgm:cxn modelId="{5B3C13C6-6528-4278-82A0-89A639C2BDF1}" type="presParOf" srcId="{7F7B31AF-AC18-4F4C-AEA9-65DF2FDE34ED}" destId="{35081875-5CB2-47CA-9014-6FBED9EFD48D}" srcOrd="3" destOrd="0" presId="urn:microsoft.com/office/officeart/2008/layout/RadialCluster"/>
    <dgm:cxn modelId="{7136A5AB-6016-40D7-AFA7-2A3405AE771D}" type="presParOf" srcId="{7F7B31AF-AC18-4F4C-AEA9-65DF2FDE34ED}" destId="{F380F2AC-96DE-41CB-9710-99352FBE3E01}" srcOrd="4" destOrd="0" presId="urn:microsoft.com/office/officeart/2008/layout/RadialCluster"/>
    <dgm:cxn modelId="{EA87FA85-BCFB-4FDE-9492-737DEC580400}" type="presParOf" srcId="{7F7B31AF-AC18-4F4C-AEA9-65DF2FDE34ED}" destId="{9E2B3B6B-3DB1-487C-AA5B-8A966558C636}" srcOrd="5" destOrd="0" presId="urn:microsoft.com/office/officeart/2008/layout/RadialCluster"/>
    <dgm:cxn modelId="{9F73FC55-1751-432C-9878-26EC18829EEB}" type="presParOf" srcId="{7F7B31AF-AC18-4F4C-AEA9-65DF2FDE34ED}" destId="{D7B8A093-4AB5-4A84-A684-EB18C2DF5D82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1E71F33-EA38-4C97-98B7-D70F2071E04B}" type="doc">
      <dgm:prSet loTypeId="urn:microsoft.com/office/officeart/2005/8/layout/hProcess7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59D0CB1-05C7-4B65-AE91-52CF66CCF1EA}">
      <dgm:prSet phldrT="[Текст]" phldr="0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ru-RU" dirty="0">
              <a:solidFill>
                <a:schemeClr val="bg1"/>
              </a:solidFill>
            </a:rPr>
            <a:t>Что было сделано?</a:t>
          </a:r>
        </a:p>
      </dgm:t>
    </dgm:pt>
    <dgm:pt modelId="{7E16869F-DAF8-4BE1-8527-BBC8A4B0F55A}" type="parTrans" cxnId="{126B660C-13EB-4EEA-9856-87C916DCB22E}">
      <dgm:prSet/>
      <dgm:spPr/>
      <dgm:t>
        <a:bodyPr/>
        <a:lstStyle/>
        <a:p>
          <a:endParaRPr lang="ru-RU"/>
        </a:p>
      </dgm:t>
    </dgm:pt>
    <dgm:pt modelId="{5096BBE6-73FE-4B94-92C3-79691BE697A2}" type="sibTrans" cxnId="{126B660C-13EB-4EEA-9856-87C916DCB22E}">
      <dgm:prSet/>
      <dgm:spPr/>
      <dgm:t>
        <a:bodyPr/>
        <a:lstStyle/>
        <a:p>
          <a:endParaRPr lang="ru-RU"/>
        </a:p>
      </dgm:t>
    </dgm:pt>
    <dgm:pt modelId="{3FBE704C-D345-4385-AEA9-A1ABB5C112C4}">
      <dgm:prSet phldrT="[Текст]" custT="1"/>
      <dgm:spPr/>
      <dgm:t>
        <a:bodyPr/>
        <a:lstStyle/>
        <a:p>
          <a:pPr>
            <a:buNone/>
          </a:pPr>
          <a:r>
            <a:rPr lang="ru-RU" sz="1800" b="1" dirty="0"/>
            <a:t>Полноценный Функционал</a:t>
          </a:r>
          <a:endParaRPr lang="ru-RU" sz="1800" dirty="0"/>
        </a:p>
      </dgm:t>
    </dgm:pt>
    <dgm:pt modelId="{8BE2A78E-285F-4C9B-AAB7-5A6856B7B799}" type="parTrans" cxnId="{B032012B-D78D-403C-9EF3-686FE3E52E47}">
      <dgm:prSet/>
      <dgm:spPr/>
      <dgm:t>
        <a:bodyPr/>
        <a:lstStyle/>
        <a:p>
          <a:endParaRPr lang="ru-RU"/>
        </a:p>
      </dgm:t>
    </dgm:pt>
    <dgm:pt modelId="{C6D4A13B-EB7A-4517-9733-D746F85449DF}" type="sibTrans" cxnId="{B032012B-D78D-403C-9EF3-686FE3E52E47}">
      <dgm:prSet/>
      <dgm:spPr/>
      <dgm:t>
        <a:bodyPr/>
        <a:lstStyle/>
        <a:p>
          <a:endParaRPr lang="ru-RU"/>
        </a:p>
      </dgm:t>
    </dgm:pt>
    <dgm:pt modelId="{6054CDAA-9A73-4C31-AA11-8529AF11405E}">
      <dgm:prSet phldrT="[Текст]" phldr="0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ru-RU" dirty="0"/>
            <a:t>Чего не успел?</a:t>
          </a:r>
        </a:p>
      </dgm:t>
    </dgm:pt>
    <dgm:pt modelId="{D923AFC6-1579-4B31-8216-7596002F0534}" type="parTrans" cxnId="{41CC3728-A706-4728-843A-48F4BDC22303}">
      <dgm:prSet/>
      <dgm:spPr/>
      <dgm:t>
        <a:bodyPr/>
        <a:lstStyle/>
        <a:p>
          <a:endParaRPr lang="ru-RU"/>
        </a:p>
      </dgm:t>
    </dgm:pt>
    <dgm:pt modelId="{7644150F-B02A-4DD3-9CF0-CB7ECDB9FE32}" type="sibTrans" cxnId="{41CC3728-A706-4728-843A-48F4BDC22303}">
      <dgm:prSet/>
      <dgm:spPr/>
      <dgm:t>
        <a:bodyPr/>
        <a:lstStyle/>
        <a:p>
          <a:endParaRPr lang="ru-RU"/>
        </a:p>
      </dgm:t>
    </dgm:pt>
    <dgm:pt modelId="{9B530915-D2C0-4A7C-AE54-39D4F2EB1082}">
      <dgm:prSet phldrT="[Текст]" phldr="0" custT="1"/>
      <dgm:spPr/>
      <dgm:t>
        <a:bodyPr/>
        <a:lstStyle/>
        <a:p>
          <a:r>
            <a:rPr lang="ru-RU" sz="2000" dirty="0"/>
            <a:t>Сохранение настроек системы.</a:t>
          </a:r>
        </a:p>
        <a:p>
          <a:r>
            <a:rPr lang="ru-RU" sz="2000" dirty="0"/>
            <a:t>Полное управление состоянием компьютера, включая управление такими компонентами как </a:t>
          </a:r>
          <a:r>
            <a:rPr lang="en-US" sz="2000" dirty="0"/>
            <a:t>WiFi, Bluetooth, </a:t>
          </a:r>
          <a:r>
            <a:rPr lang="ru-RU" sz="2000" dirty="0"/>
            <a:t>Звук и так далее.</a:t>
          </a:r>
        </a:p>
      </dgm:t>
    </dgm:pt>
    <dgm:pt modelId="{C36F5A55-0EA6-4175-B0E5-C575A251CDC7}" type="parTrans" cxnId="{709FB196-DE43-4BA7-B1DE-7EEC92C9A2B8}">
      <dgm:prSet/>
      <dgm:spPr/>
      <dgm:t>
        <a:bodyPr/>
        <a:lstStyle/>
        <a:p>
          <a:endParaRPr lang="ru-RU"/>
        </a:p>
      </dgm:t>
    </dgm:pt>
    <dgm:pt modelId="{1F61AB66-1C71-4114-BD94-FB4571AD72C3}" type="sibTrans" cxnId="{709FB196-DE43-4BA7-B1DE-7EEC92C9A2B8}">
      <dgm:prSet/>
      <dgm:spPr/>
      <dgm:t>
        <a:bodyPr/>
        <a:lstStyle/>
        <a:p>
          <a:endParaRPr lang="ru-RU"/>
        </a:p>
      </dgm:t>
    </dgm:pt>
    <dgm:pt modelId="{1FF8AFF7-6621-4A52-B9EA-AA2A3F18A30D}">
      <dgm:prSet phldrT="[Текст]" phldr="0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ru-RU" dirty="0"/>
            <a:t>Что дальше?</a:t>
          </a:r>
        </a:p>
      </dgm:t>
    </dgm:pt>
    <dgm:pt modelId="{82D7815B-FEA1-42D7-9CF1-ADBD5C1CA5E0}" type="parTrans" cxnId="{44A31D3C-4FAE-4B42-A124-5183DCA7281E}">
      <dgm:prSet/>
      <dgm:spPr/>
      <dgm:t>
        <a:bodyPr/>
        <a:lstStyle/>
        <a:p>
          <a:endParaRPr lang="ru-RU"/>
        </a:p>
      </dgm:t>
    </dgm:pt>
    <dgm:pt modelId="{2B0CED8C-044A-4207-9356-74ADE9E92AFA}" type="sibTrans" cxnId="{44A31D3C-4FAE-4B42-A124-5183DCA7281E}">
      <dgm:prSet/>
      <dgm:spPr/>
      <dgm:t>
        <a:bodyPr/>
        <a:lstStyle/>
        <a:p>
          <a:endParaRPr lang="ru-RU"/>
        </a:p>
      </dgm:t>
    </dgm:pt>
    <dgm:pt modelId="{2B98DFEB-435A-4798-A3DA-FC7874B0CC64}">
      <dgm:prSet phldrT="[Текст]" phldr="0" custT="1"/>
      <dgm:spPr/>
      <dgm:t>
        <a:bodyPr/>
        <a:lstStyle/>
        <a:p>
          <a:r>
            <a:rPr lang="ru-RU" sz="1800" dirty="0"/>
            <a:t>Увеличение количества сканируемых компонентов.</a:t>
          </a:r>
        </a:p>
        <a:p>
          <a:r>
            <a:rPr lang="ru-RU" sz="1800" dirty="0"/>
            <a:t>Создание отдельной БД для хранения информации о системе.</a:t>
          </a:r>
        </a:p>
        <a:p>
          <a:r>
            <a:rPr lang="ru-RU" sz="1800" dirty="0"/>
            <a:t>Создание отдельного, внешнего источника для сбора и хранения большего количества шаблонов, основных компонентов систем.</a:t>
          </a:r>
        </a:p>
        <a:p>
          <a:r>
            <a:rPr lang="ru-RU" sz="1800" dirty="0"/>
            <a:t>Автоисправление обнаруженных проблем.</a:t>
          </a:r>
        </a:p>
      </dgm:t>
    </dgm:pt>
    <dgm:pt modelId="{9DE27AF7-1E4F-4213-9186-7C1E5A1137B6}" type="parTrans" cxnId="{F443687D-9ADF-4355-BB7B-73CEFC3C17FC}">
      <dgm:prSet/>
      <dgm:spPr/>
      <dgm:t>
        <a:bodyPr/>
        <a:lstStyle/>
        <a:p>
          <a:endParaRPr lang="ru-RU"/>
        </a:p>
      </dgm:t>
    </dgm:pt>
    <dgm:pt modelId="{590FEC58-B8C6-402D-9096-84725538EABE}" type="sibTrans" cxnId="{F443687D-9ADF-4355-BB7B-73CEFC3C17FC}">
      <dgm:prSet/>
      <dgm:spPr/>
      <dgm:t>
        <a:bodyPr/>
        <a:lstStyle/>
        <a:p>
          <a:endParaRPr lang="ru-RU"/>
        </a:p>
      </dgm:t>
    </dgm:pt>
    <dgm:pt modelId="{C25EC883-737A-483C-ADA0-C13C02893283}">
      <dgm:prSet custT="1"/>
      <dgm:spPr/>
      <dgm:t>
        <a:bodyPr/>
        <a:lstStyle/>
        <a:p>
          <a:pPr>
            <a:buNone/>
          </a:pPr>
          <a:r>
            <a:rPr lang="ru-RU" sz="1800" dirty="0"/>
            <a:t>Разработано полностью рабочее приложение с реализованным основным функционалом мониторинга и сбора данных.</a:t>
          </a:r>
        </a:p>
        <a:p>
          <a:pPr>
            <a:buNone/>
          </a:pPr>
          <a:endParaRPr lang="ru-RU" sz="1800" dirty="0"/>
        </a:p>
        <a:p>
          <a:pPr>
            <a:buNone/>
          </a:pPr>
          <a:r>
            <a:rPr lang="ru-RU" sz="1800" b="1" dirty="0"/>
            <a:t>Совместимость</a:t>
          </a:r>
          <a:endParaRPr lang="ru-RU" sz="1800" dirty="0"/>
        </a:p>
      </dgm:t>
    </dgm:pt>
    <dgm:pt modelId="{FB6EB330-D2CF-4C16-9FAC-FA8704BEF59E}" type="parTrans" cxnId="{A0C5C40D-90E1-4FD3-995C-987B45920F93}">
      <dgm:prSet/>
      <dgm:spPr/>
      <dgm:t>
        <a:bodyPr/>
        <a:lstStyle/>
        <a:p>
          <a:endParaRPr lang="ru-RU"/>
        </a:p>
      </dgm:t>
    </dgm:pt>
    <dgm:pt modelId="{E2A794CD-42F6-4E18-8550-E545C75248D7}" type="sibTrans" cxnId="{A0C5C40D-90E1-4FD3-995C-987B45920F93}">
      <dgm:prSet/>
      <dgm:spPr/>
      <dgm:t>
        <a:bodyPr/>
        <a:lstStyle/>
        <a:p>
          <a:endParaRPr lang="ru-RU"/>
        </a:p>
      </dgm:t>
    </dgm:pt>
    <dgm:pt modelId="{C50A3CD4-EF99-478B-B5C7-56B19624D2C7}">
      <dgm:prSet custT="1"/>
      <dgm:spPr/>
      <dgm:t>
        <a:bodyPr/>
        <a:lstStyle/>
        <a:p>
          <a:pPr>
            <a:buNone/>
          </a:pPr>
          <a:r>
            <a:rPr lang="ru-RU" sz="1800" dirty="0"/>
            <a:t>Успешная реализация поддержки двух ключевых операционных систем: </a:t>
          </a:r>
          <a:r>
            <a:rPr lang="en-US" sz="1800" dirty="0"/>
            <a:t>Windows </a:t>
          </a:r>
          <a:r>
            <a:rPr lang="ru-RU" sz="1800" dirty="0"/>
            <a:t>и </a:t>
          </a:r>
          <a:r>
            <a:rPr lang="en-US" sz="1800" dirty="0"/>
            <a:t>Linux.</a:t>
          </a:r>
        </a:p>
      </dgm:t>
    </dgm:pt>
    <dgm:pt modelId="{09007238-366F-4D63-98ED-FCBF9171CEBC}" type="sibTrans" cxnId="{1F11FA1C-7478-4918-B0FE-4D8575387E0A}">
      <dgm:prSet/>
      <dgm:spPr/>
      <dgm:t>
        <a:bodyPr/>
        <a:lstStyle/>
        <a:p>
          <a:endParaRPr lang="ru-RU"/>
        </a:p>
      </dgm:t>
    </dgm:pt>
    <dgm:pt modelId="{A8151740-9C45-4AE5-8428-133FC8009E6D}" type="parTrans" cxnId="{1F11FA1C-7478-4918-B0FE-4D8575387E0A}">
      <dgm:prSet/>
      <dgm:spPr/>
      <dgm:t>
        <a:bodyPr/>
        <a:lstStyle/>
        <a:p>
          <a:endParaRPr lang="ru-RU"/>
        </a:p>
      </dgm:t>
    </dgm:pt>
    <dgm:pt modelId="{C0DBB63A-E0C4-4E66-842F-F02ADBB26631}" type="pres">
      <dgm:prSet presAssocID="{51E71F33-EA38-4C97-98B7-D70F2071E04B}" presName="Name0" presStyleCnt="0">
        <dgm:presLayoutVars>
          <dgm:dir/>
          <dgm:animLvl val="lvl"/>
          <dgm:resizeHandles val="exact"/>
        </dgm:presLayoutVars>
      </dgm:prSet>
      <dgm:spPr/>
    </dgm:pt>
    <dgm:pt modelId="{A5FC9A28-0135-4ABF-9748-FB2F9B03C0F5}" type="pres">
      <dgm:prSet presAssocID="{859D0CB1-05C7-4B65-AE91-52CF66CCF1EA}" presName="compositeNode" presStyleCnt="0">
        <dgm:presLayoutVars>
          <dgm:bulletEnabled val="1"/>
        </dgm:presLayoutVars>
      </dgm:prSet>
      <dgm:spPr/>
    </dgm:pt>
    <dgm:pt modelId="{A09DE1D2-D5C0-4012-8253-AFCEACC8BEF1}" type="pres">
      <dgm:prSet presAssocID="{859D0CB1-05C7-4B65-AE91-52CF66CCF1EA}" presName="bgRect" presStyleLbl="node1" presStyleIdx="0" presStyleCnt="3"/>
      <dgm:spPr/>
    </dgm:pt>
    <dgm:pt modelId="{3B4245A6-4111-4C22-B35C-0416C06A67C8}" type="pres">
      <dgm:prSet presAssocID="{859D0CB1-05C7-4B65-AE91-52CF66CCF1EA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DC969C8E-07A6-417B-AF85-BE3DF41127BF}" type="pres">
      <dgm:prSet presAssocID="{859D0CB1-05C7-4B65-AE91-52CF66CCF1EA}" presName="childNode" presStyleLbl="node1" presStyleIdx="0" presStyleCnt="3">
        <dgm:presLayoutVars>
          <dgm:bulletEnabled val="1"/>
        </dgm:presLayoutVars>
      </dgm:prSet>
      <dgm:spPr/>
    </dgm:pt>
    <dgm:pt modelId="{E2467C2A-1702-4F79-8736-753C382B0AAA}" type="pres">
      <dgm:prSet presAssocID="{5096BBE6-73FE-4B94-92C3-79691BE697A2}" presName="hSp" presStyleCnt="0"/>
      <dgm:spPr/>
    </dgm:pt>
    <dgm:pt modelId="{2A90318E-5CC1-4D36-B7B5-76DC69F0408B}" type="pres">
      <dgm:prSet presAssocID="{5096BBE6-73FE-4B94-92C3-79691BE697A2}" presName="vProcSp" presStyleCnt="0"/>
      <dgm:spPr/>
    </dgm:pt>
    <dgm:pt modelId="{1101AF46-5E04-4A87-BEE5-A739562F9C64}" type="pres">
      <dgm:prSet presAssocID="{5096BBE6-73FE-4B94-92C3-79691BE697A2}" presName="vSp1" presStyleCnt="0"/>
      <dgm:spPr/>
    </dgm:pt>
    <dgm:pt modelId="{4CC63E7E-FE96-40E8-81A0-1A1081CFCDF1}" type="pres">
      <dgm:prSet presAssocID="{5096BBE6-73FE-4B94-92C3-79691BE697A2}" presName="simulatedConn" presStyleLbl="solidFgAcc1" presStyleIdx="0" presStyleCnt="2"/>
      <dgm:spPr/>
    </dgm:pt>
    <dgm:pt modelId="{5E806886-1C5D-4A0C-9561-43ED19A7EB1E}" type="pres">
      <dgm:prSet presAssocID="{5096BBE6-73FE-4B94-92C3-79691BE697A2}" presName="vSp2" presStyleCnt="0"/>
      <dgm:spPr/>
    </dgm:pt>
    <dgm:pt modelId="{84913683-E7D7-4157-A4BB-6FF17DC5454B}" type="pres">
      <dgm:prSet presAssocID="{5096BBE6-73FE-4B94-92C3-79691BE697A2}" presName="sibTrans" presStyleCnt="0"/>
      <dgm:spPr/>
    </dgm:pt>
    <dgm:pt modelId="{F622CBEA-63D5-442A-9691-ABF8E3750BE9}" type="pres">
      <dgm:prSet presAssocID="{6054CDAA-9A73-4C31-AA11-8529AF11405E}" presName="compositeNode" presStyleCnt="0">
        <dgm:presLayoutVars>
          <dgm:bulletEnabled val="1"/>
        </dgm:presLayoutVars>
      </dgm:prSet>
      <dgm:spPr/>
    </dgm:pt>
    <dgm:pt modelId="{28F5F49B-467F-4AF7-8FA5-4E2A0CB57A0B}" type="pres">
      <dgm:prSet presAssocID="{6054CDAA-9A73-4C31-AA11-8529AF11405E}" presName="bgRect" presStyleLbl="node1" presStyleIdx="1" presStyleCnt="3"/>
      <dgm:spPr/>
    </dgm:pt>
    <dgm:pt modelId="{8D362D3F-2CAD-4D7E-B667-872778E1641E}" type="pres">
      <dgm:prSet presAssocID="{6054CDAA-9A73-4C31-AA11-8529AF11405E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42B0F639-A708-422F-9D7A-17D12704E4C1}" type="pres">
      <dgm:prSet presAssocID="{6054CDAA-9A73-4C31-AA11-8529AF11405E}" presName="childNode" presStyleLbl="node1" presStyleIdx="1" presStyleCnt="3">
        <dgm:presLayoutVars>
          <dgm:bulletEnabled val="1"/>
        </dgm:presLayoutVars>
      </dgm:prSet>
      <dgm:spPr/>
    </dgm:pt>
    <dgm:pt modelId="{DEA30B49-2829-465D-8F56-CFAFFAC32CDF}" type="pres">
      <dgm:prSet presAssocID="{7644150F-B02A-4DD3-9CF0-CB7ECDB9FE32}" presName="hSp" presStyleCnt="0"/>
      <dgm:spPr/>
    </dgm:pt>
    <dgm:pt modelId="{E9D53298-2C7B-4415-B170-DAE950362F46}" type="pres">
      <dgm:prSet presAssocID="{7644150F-B02A-4DD3-9CF0-CB7ECDB9FE32}" presName="vProcSp" presStyleCnt="0"/>
      <dgm:spPr/>
    </dgm:pt>
    <dgm:pt modelId="{EF117F10-39DD-41D6-8BA8-4714E7CAD455}" type="pres">
      <dgm:prSet presAssocID="{7644150F-B02A-4DD3-9CF0-CB7ECDB9FE32}" presName="vSp1" presStyleCnt="0"/>
      <dgm:spPr/>
    </dgm:pt>
    <dgm:pt modelId="{861A7640-D50C-48B0-A228-D38AAA1F76D3}" type="pres">
      <dgm:prSet presAssocID="{7644150F-B02A-4DD3-9CF0-CB7ECDB9FE32}" presName="simulatedConn" presStyleLbl="solidFgAcc1" presStyleIdx="1" presStyleCnt="2"/>
      <dgm:spPr/>
    </dgm:pt>
    <dgm:pt modelId="{7076EF2A-D0AB-494A-BF2A-7C0E77241D3E}" type="pres">
      <dgm:prSet presAssocID="{7644150F-B02A-4DD3-9CF0-CB7ECDB9FE32}" presName="vSp2" presStyleCnt="0"/>
      <dgm:spPr/>
    </dgm:pt>
    <dgm:pt modelId="{9B3E8E5C-1867-4D01-8979-0431FCDFCD93}" type="pres">
      <dgm:prSet presAssocID="{7644150F-B02A-4DD3-9CF0-CB7ECDB9FE32}" presName="sibTrans" presStyleCnt="0"/>
      <dgm:spPr/>
    </dgm:pt>
    <dgm:pt modelId="{C00E5299-633A-403C-A47E-78EA4DB1318E}" type="pres">
      <dgm:prSet presAssocID="{1FF8AFF7-6621-4A52-B9EA-AA2A3F18A30D}" presName="compositeNode" presStyleCnt="0">
        <dgm:presLayoutVars>
          <dgm:bulletEnabled val="1"/>
        </dgm:presLayoutVars>
      </dgm:prSet>
      <dgm:spPr/>
    </dgm:pt>
    <dgm:pt modelId="{E472CF46-3B49-4273-A0E0-C9FB66DAB8F1}" type="pres">
      <dgm:prSet presAssocID="{1FF8AFF7-6621-4A52-B9EA-AA2A3F18A30D}" presName="bgRect" presStyleLbl="node1" presStyleIdx="2" presStyleCnt="3"/>
      <dgm:spPr/>
    </dgm:pt>
    <dgm:pt modelId="{0F565341-D952-4D61-8B8B-A0D0783EB0C6}" type="pres">
      <dgm:prSet presAssocID="{1FF8AFF7-6621-4A52-B9EA-AA2A3F18A30D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313CEE71-73B7-4E5C-BE01-05DEE1958C22}" type="pres">
      <dgm:prSet presAssocID="{1FF8AFF7-6621-4A52-B9EA-AA2A3F18A30D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126B660C-13EB-4EEA-9856-87C916DCB22E}" srcId="{51E71F33-EA38-4C97-98B7-D70F2071E04B}" destId="{859D0CB1-05C7-4B65-AE91-52CF66CCF1EA}" srcOrd="0" destOrd="0" parTransId="{7E16869F-DAF8-4BE1-8527-BBC8A4B0F55A}" sibTransId="{5096BBE6-73FE-4B94-92C3-79691BE697A2}"/>
    <dgm:cxn modelId="{A0C5C40D-90E1-4FD3-995C-987B45920F93}" srcId="{859D0CB1-05C7-4B65-AE91-52CF66CCF1EA}" destId="{C25EC883-737A-483C-ADA0-C13C02893283}" srcOrd="1" destOrd="0" parTransId="{FB6EB330-D2CF-4C16-9FAC-FA8704BEF59E}" sibTransId="{E2A794CD-42F6-4E18-8550-E545C75248D7}"/>
    <dgm:cxn modelId="{84F77A14-AFF9-4852-829E-7D10DB76FE78}" type="presOf" srcId="{C25EC883-737A-483C-ADA0-C13C02893283}" destId="{DC969C8E-07A6-417B-AF85-BE3DF41127BF}" srcOrd="0" destOrd="1" presId="urn:microsoft.com/office/officeart/2005/8/layout/hProcess7"/>
    <dgm:cxn modelId="{1F11FA1C-7478-4918-B0FE-4D8575387E0A}" srcId="{859D0CB1-05C7-4B65-AE91-52CF66CCF1EA}" destId="{C50A3CD4-EF99-478B-B5C7-56B19624D2C7}" srcOrd="2" destOrd="0" parTransId="{A8151740-9C45-4AE5-8428-133FC8009E6D}" sibTransId="{09007238-366F-4D63-98ED-FCBF9171CEBC}"/>
    <dgm:cxn modelId="{28E38E1E-C8CF-4DC7-ACF9-0B49D5BE4C0F}" type="presOf" srcId="{3FBE704C-D345-4385-AEA9-A1ABB5C112C4}" destId="{DC969C8E-07A6-417B-AF85-BE3DF41127BF}" srcOrd="0" destOrd="0" presId="urn:microsoft.com/office/officeart/2005/8/layout/hProcess7"/>
    <dgm:cxn modelId="{41CC3728-A706-4728-843A-48F4BDC22303}" srcId="{51E71F33-EA38-4C97-98B7-D70F2071E04B}" destId="{6054CDAA-9A73-4C31-AA11-8529AF11405E}" srcOrd="1" destOrd="0" parTransId="{D923AFC6-1579-4B31-8216-7596002F0534}" sibTransId="{7644150F-B02A-4DD3-9CF0-CB7ECDB9FE32}"/>
    <dgm:cxn modelId="{B032012B-D78D-403C-9EF3-686FE3E52E47}" srcId="{859D0CB1-05C7-4B65-AE91-52CF66CCF1EA}" destId="{3FBE704C-D345-4385-AEA9-A1ABB5C112C4}" srcOrd="0" destOrd="0" parTransId="{8BE2A78E-285F-4C9B-AAB7-5A6856B7B799}" sibTransId="{C6D4A13B-EB7A-4517-9733-D746F85449DF}"/>
    <dgm:cxn modelId="{4ADDFB33-7512-4A3E-BC1D-0613CAB7721C}" type="presOf" srcId="{1FF8AFF7-6621-4A52-B9EA-AA2A3F18A30D}" destId="{E472CF46-3B49-4273-A0E0-C9FB66DAB8F1}" srcOrd="0" destOrd="0" presId="urn:microsoft.com/office/officeart/2005/8/layout/hProcess7"/>
    <dgm:cxn modelId="{44A31D3C-4FAE-4B42-A124-5183DCA7281E}" srcId="{51E71F33-EA38-4C97-98B7-D70F2071E04B}" destId="{1FF8AFF7-6621-4A52-B9EA-AA2A3F18A30D}" srcOrd="2" destOrd="0" parTransId="{82D7815B-FEA1-42D7-9CF1-ADBD5C1CA5E0}" sibTransId="{2B0CED8C-044A-4207-9356-74ADE9E92AFA}"/>
    <dgm:cxn modelId="{C5065940-2AA6-4CE3-A039-40850383D644}" type="presOf" srcId="{9B530915-D2C0-4A7C-AE54-39D4F2EB1082}" destId="{42B0F639-A708-422F-9D7A-17D12704E4C1}" srcOrd="0" destOrd="0" presId="urn:microsoft.com/office/officeart/2005/8/layout/hProcess7"/>
    <dgm:cxn modelId="{AB557E47-CF94-48FF-98E6-702B2FA45016}" type="presOf" srcId="{2B98DFEB-435A-4798-A3DA-FC7874B0CC64}" destId="{313CEE71-73B7-4E5C-BE01-05DEE1958C22}" srcOrd="0" destOrd="0" presId="urn:microsoft.com/office/officeart/2005/8/layout/hProcess7"/>
    <dgm:cxn modelId="{F443687D-9ADF-4355-BB7B-73CEFC3C17FC}" srcId="{1FF8AFF7-6621-4A52-B9EA-AA2A3F18A30D}" destId="{2B98DFEB-435A-4798-A3DA-FC7874B0CC64}" srcOrd="0" destOrd="0" parTransId="{9DE27AF7-1E4F-4213-9186-7C1E5A1137B6}" sibTransId="{590FEC58-B8C6-402D-9096-84725538EABE}"/>
    <dgm:cxn modelId="{709FB196-DE43-4BA7-B1DE-7EEC92C9A2B8}" srcId="{6054CDAA-9A73-4C31-AA11-8529AF11405E}" destId="{9B530915-D2C0-4A7C-AE54-39D4F2EB1082}" srcOrd="0" destOrd="0" parTransId="{C36F5A55-0EA6-4175-B0E5-C575A251CDC7}" sibTransId="{1F61AB66-1C71-4114-BD94-FB4571AD72C3}"/>
    <dgm:cxn modelId="{9A96429B-36F5-4EE3-A6C7-9E2E142E798F}" type="presOf" srcId="{6054CDAA-9A73-4C31-AA11-8529AF11405E}" destId="{8D362D3F-2CAD-4D7E-B667-872778E1641E}" srcOrd="1" destOrd="0" presId="urn:microsoft.com/office/officeart/2005/8/layout/hProcess7"/>
    <dgm:cxn modelId="{01FC98A4-5452-4924-B302-20FC712747FC}" type="presOf" srcId="{C50A3CD4-EF99-478B-B5C7-56B19624D2C7}" destId="{DC969C8E-07A6-417B-AF85-BE3DF41127BF}" srcOrd="0" destOrd="2" presId="urn:microsoft.com/office/officeart/2005/8/layout/hProcess7"/>
    <dgm:cxn modelId="{B231CCA6-E966-4A76-90A8-F5F5F8042944}" type="presOf" srcId="{859D0CB1-05C7-4B65-AE91-52CF66CCF1EA}" destId="{3B4245A6-4111-4C22-B35C-0416C06A67C8}" srcOrd="1" destOrd="0" presId="urn:microsoft.com/office/officeart/2005/8/layout/hProcess7"/>
    <dgm:cxn modelId="{BE9926C3-63AA-4ADA-A2DA-315968885487}" type="presOf" srcId="{51E71F33-EA38-4C97-98B7-D70F2071E04B}" destId="{C0DBB63A-E0C4-4E66-842F-F02ADBB26631}" srcOrd="0" destOrd="0" presId="urn:microsoft.com/office/officeart/2005/8/layout/hProcess7"/>
    <dgm:cxn modelId="{ACF70FC7-87DC-4F50-829E-6274023F1C93}" type="presOf" srcId="{6054CDAA-9A73-4C31-AA11-8529AF11405E}" destId="{28F5F49B-467F-4AF7-8FA5-4E2A0CB57A0B}" srcOrd="0" destOrd="0" presId="urn:microsoft.com/office/officeart/2005/8/layout/hProcess7"/>
    <dgm:cxn modelId="{EF75D5C7-4881-4FE4-9D62-6EB16FC94DE9}" type="presOf" srcId="{1FF8AFF7-6621-4A52-B9EA-AA2A3F18A30D}" destId="{0F565341-D952-4D61-8B8B-A0D0783EB0C6}" srcOrd="1" destOrd="0" presId="urn:microsoft.com/office/officeart/2005/8/layout/hProcess7"/>
    <dgm:cxn modelId="{A3AAC1DB-3847-4136-AD59-032E31C02F9E}" type="presOf" srcId="{859D0CB1-05C7-4B65-AE91-52CF66CCF1EA}" destId="{A09DE1D2-D5C0-4012-8253-AFCEACC8BEF1}" srcOrd="0" destOrd="0" presId="urn:microsoft.com/office/officeart/2005/8/layout/hProcess7"/>
    <dgm:cxn modelId="{11251637-0BDA-4AFC-A6B2-5C58E410499D}" type="presParOf" srcId="{C0DBB63A-E0C4-4E66-842F-F02ADBB26631}" destId="{A5FC9A28-0135-4ABF-9748-FB2F9B03C0F5}" srcOrd="0" destOrd="0" presId="urn:microsoft.com/office/officeart/2005/8/layout/hProcess7"/>
    <dgm:cxn modelId="{691D4869-6275-4CD1-BDC2-5EB17A486F6A}" type="presParOf" srcId="{A5FC9A28-0135-4ABF-9748-FB2F9B03C0F5}" destId="{A09DE1D2-D5C0-4012-8253-AFCEACC8BEF1}" srcOrd="0" destOrd="0" presId="urn:microsoft.com/office/officeart/2005/8/layout/hProcess7"/>
    <dgm:cxn modelId="{6E629268-19C0-4F07-89E0-EA4615583C1C}" type="presParOf" srcId="{A5FC9A28-0135-4ABF-9748-FB2F9B03C0F5}" destId="{3B4245A6-4111-4C22-B35C-0416C06A67C8}" srcOrd="1" destOrd="0" presId="urn:microsoft.com/office/officeart/2005/8/layout/hProcess7"/>
    <dgm:cxn modelId="{698D841D-25F7-4B33-B17D-85016A664E27}" type="presParOf" srcId="{A5FC9A28-0135-4ABF-9748-FB2F9B03C0F5}" destId="{DC969C8E-07A6-417B-AF85-BE3DF41127BF}" srcOrd="2" destOrd="0" presId="urn:microsoft.com/office/officeart/2005/8/layout/hProcess7"/>
    <dgm:cxn modelId="{DB8240E1-DE49-4C50-9FF4-D292A0EF5CD2}" type="presParOf" srcId="{C0DBB63A-E0C4-4E66-842F-F02ADBB26631}" destId="{E2467C2A-1702-4F79-8736-753C382B0AAA}" srcOrd="1" destOrd="0" presId="urn:microsoft.com/office/officeart/2005/8/layout/hProcess7"/>
    <dgm:cxn modelId="{14964179-F48E-4DD7-A0D8-688FFE9A4B7E}" type="presParOf" srcId="{C0DBB63A-E0C4-4E66-842F-F02ADBB26631}" destId="{2A90318E-5CC1-4D36-B7B5-76DC69F0408B}" srcOrd="2" destOrd="0" presId="urn:microsoft.com/office/officeart/2005/8/layout/hProcess7"/>
    <dgm:cxn modelId="{43416485-88CE-4F0D-9B9B-B7763D91FA0F}" type="presParOf" srcId="{2A90318E-5CC1-4D36-B7B5-76DC69F0408B}" destId="{1101AF46-5E04-4A87-BEE5-A739562F9C64}" srcOrd="0" destOrd="0" presId="urn:microsoft.com/office/officeart/2005/8/layout/hProcess7"/>
    <dgm:cxn modelId="{911AAE28-68DD-4443-BF4E-9B7EE20B7901}" type="presParOf" srcId="{2A90318E-5CC1-4D36-B7B5-76DC69F0408B}" destId="{4CC63E7E-FE96-40E8-81A0-1A1081CFCDF1}" srcOrd="1" destOrd="0" presId="urn:microsoft.com/office/officeart/2005/8/layout/hProcess7"/>
    <dgm:cxn modelId="{3ACF768E-AD96-48D4-928B-043A046D0F27}" type="presParOf" srcId="{2A90318E-5CC1-4D36-B7B5-76DC69F0408B}" destId="{5E806886-1C5D-4A0C-9561-43ED19A7EB1E}" srcOrd="2" destOrd="0" presId="urn:microsoft.com/office/officeart/2005/8/layout/hProcess7"/>
    <dgm:cxn modelId="{D20C4C9F-0A75-451A-A052-E86BB8F5D766}" type="presParOf" srcId="{C0DBB63A-E0C4-4E66-842F-F02ADBB26631}" destId="{84913683-E7D7-4157-A4BB-6FF17DC5454B}" srcOrd="3" destOrd="0" presId="urn:microsoft.com/office/officeart/2005/8/layout/hProcess7"/>
    <dgm:cxn modelId="{EADFA0EB-7EE3-41AB-A312-1E9BE45769E2}" type="presParOf" srcId="{C0DBB63A-E0C4-4E66-842F-F02ADBB26631}" destId="{F622CBEA-63D5-442A-9691-ABF8E3750BE9}" srcOrd="4" destOrd="0" presId="urn:microsoft.com/office/officeart/2005/8/layout/hProcess7"/>
    <dgm:cxn modelId="{AAC6AC70-2621-45D9-BDA9-5B1A516E85D4}" type="presParOf" srcId="{F622CBEA-63D5-442A-9691-ABF8E3750BE9}" destId="{28F5F49B-467F-4AF7-8FA5-4E2A0CB57A0B}" srcOrd="0" destOrd="0" presId="urn:microsoft.com/office/officeart/2005/8/layout/hProcess7"/>
    <dgm:cxn modelId="{42CF566F-E388-4F4C-B2F2-810780B3E54B}" type="presParOf" srcId="{F622CBEA-63D5-442A-9691-ABF8E3750BE9}" destId="{8D362D3F-2CAD-4D7E-B667-872778E1641E}" srcOrd="1" destOrd="0" presId="urn:microsoft.com/office/officeart/2005/8/layout/hProcess7"/>
    <dgm:cxn modelId="{27ACDEE8-A8CD-4788-9E01-328359BC5A99}" type="presParOf" srcId="{F622CBEA-63D5-442A-9691-ABF8E3750BE9}" destId="{42B0F639-A708-422F-9D7A-17D12704E4C1}" srcOrd="2" destOrd="0" presId="urn:microsoft.com/office/officeart/2005/8/layout/hProcess7"/>
    <dgm:cxn modelId="{76643827-8E6B-43F5-B000-2E6F36D16064}" type="presParOf" srcId="{C0DBB63A-E0C4-4E66-842F-F02ADBB26631}" destId="{DEA30B49-2829-465D-8F56-CFAFFAC32CDF}" srcOrd="5" destOrd="0" presId="urn:microsoft.com/office/officeart/2005/8/layout/hProcess7"/>
    <dgm:cxn modelId="{D82823D2-2950-4E20-806A-249931E6B2EE}" type="presParOf" srcId="{C0DBB63A-E0C4-4E66-842F-F02ADBB26631}" destId="{E9D53298-2C7B-4415-B170-DAE950362F46}" srcOrd="6" destOrd="0" presId="urn:microsoft.com/office/officeart/2005/8/layout/hProcess7"/>
    <dgm:cxn modelId="{BBDC5139-7534-46C7-833B-3BF56A6CC052}" type="presParOf" srcId="{E9D53298-2C7B-4415-B170-DAE950362F46}" destId="{EF117F10-39DD-41D6-8BA8-4714E7CAD455}" srcOrd="0" destOrd="0" presId="urn:microsoft.com/office/officeart/2005/8/layout/hProcess7"/>
    <dgm:cxn modelId="{C4F6D64F-78DC-44D7-87E0-2720A27155AC}" type="presParOf" srcId="{E9D53298-2C7B-4415-B170-DAE950362F46}" destId="{861A7640-D50C-48B0-A228-D38AAA1F76D3}" srcOrd="1" destOrd="0" presId="urn:microsoft.com/office/officeart/2005/8/layout/hProcess7"/>
    <dgm:cxn modelId="{91ACC834-A807-44A7-98AC-ABE670BAC214}" type="presParOf" srcId="{E9D53298-2C7B-4415-B170-DAE950362F46}" destId="{7076EF2A-D0AB-494A-BF2A-7C0E77241D3E}" srcOrd="2" destOrd="0" presId="urn:microsoft.com/office/officeart/2005/8/layout/hProcess7"/>
    <dgm:cxn modelId="{D9714C0D-0AA4-4069-9BF2-496C9277483C}" type="presParOf" srcId="{C0DBB63A-E0C4-4E66-842F-F02ADBB26631}" destId="{9B3E8E5C-1867-4D01-8979-0431FCDFCD93}" srcOrd="7" destOrd="0" presId="urn:microsoft.com/office/officeart/2005/8/layout/hProcess7"/>
    <dgm:cxn modelId="{AC89B660-83C6-4DF2-8E9C-4F6070EAC3C3}" type="presParOf" srcId="{C0DBB63A-E0C4-4E66-842F-F02ADBB26631}" destId="{C00E5299-633A-403C-A47E-78EA4DB1318E}" srcOrd="8" destOrd="0" presId="urn:microsoft.com/office/officeart/2005/8/layout/hProcess7"/>
    <dgm:cxn modelId="{31B0D842-7B79-4BF6-8967-AD44E6CCD4E5}" type="presParOf" srcId="{C00E5299-633A-403C-A47E-78EA4DB1318E}" destId="{E472CF46-3B49-4273-A0E0-C9FB66DAB8F1}" srcOrd="0" destOrd="0" presId="urn:microsoft.com/office/officeart/2005/8/layout/hProcess7"/>
    <dgm:cxn modelId="{1BE7DE81-20A5-424E-BD91-83A4A7CFE84F}" type="presParOf" srcId="{C00E5299-633A-403C-A47E-78EA4DB1318E}" destId="{0F565341-D952-4D61-8B8B-A0D0783EB0C6}" srcOrd="1" destOrd="0" presId="urn:microsoft.com/office/officeart/2005/8/layout/hProcess7"/>
    <dgm:cxn modelId="{65DE981E-5DC8-4830-8D8A-B573EBB77B04}" type="presParOf" srcId="{C00E5299-633A-403C-A47E-78EA4DB1318E}" destId="{313CEE71-73B7-4E5C-BE01-05DEE1958C22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06E284-80AB-4592-86E2-96E819C2C16E}">
      <dsp:nvSpPr>
        <dsp:cNvPr id="0" name=""/>
        <dsp:cNvSpPr/>
      </dsp:nvSpPr>
      <dsp:spPr>
        <a:xfrm>
          <a:off x="0" y="0"/>
          <a:ext cx="10877551" cy="1217754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Мониторинг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900" kern="1200" dirty="0"/>
            <a:t>   Предоставление актуальных данных о ресурсах (</a:t>
          </a:r>
          <a:r>
            <a:rPr lang="en-US" sz="1900" kern="1200" dirty="0"/>
            <a:t>CPU, RAM,</a:t>
          </a:r>
          <a:r>
            <a:rPr lang="ru-RU" sz="1900" kern="1200" dirty="0"/>
            <a:t> Диск, Сеть) для мгновенной оценки состояния.</a:t>
          </a:r>
        </a:p>
      </dsp:txBody>
      <dsp:txXfrm>
        <a:off x="2297285" y="0"/>
        <a:ext cx="8580265" cy="1217754"/>
      </dsp:txXfrm>
    </dsp:sp>
    <dsp:sp modelId="{0412AE86-5761-42E6-99D6-E70F47830BE7}">
      <dsp:nvSpPr>
        <dsp:cNvPr id="0" name=""/>
        <dsp:cNvSpPr/>
      </dsp:nvSpPr>
      <dsp:spPr>
        <a:xfrm>
          <a:off x="121775" y="121775"/>
          <a:ext cx="2175510" cy="974203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/>
          <a:srcRect/>
          <a:stretch>
            <a:fillRect t="-12000" b="-1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944C3E-52BE-4C20-A71A-4FCC5FD25532}">
      <dsp:nvSpPr>
        <dsp:cNvPr id="0" name=""/>
        <dsp:cNvSpPr/>
      </dsp:nvSpPr>
      <dsp:spPr>
        <a:xfrm>
          <a:off x="0" y="1339529"/>
          <a:ext cx="10877551" cy="1217754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Проверка системы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ru-RU" sz="1900" kern="1200" dirty="0"/>
            <a:t>   Проверка состояния критически важных служб и базовое управление основными системными функциями.</a:t>
          </a:r>
        </a:p>
      </dsp:txBody>
      <dsp:txXfrm>
        <a:off x="2297285" y="1339529"/>
        <a:ext cx="8580265" cy="1217754"/>
      </dsp:txXfrm>
    </dsp:sp>
    <dsp:sp modelId="{2C356222-DC3B-4C7C-B6C5-4F06A0D9EAE3}">
      <dsp:nvSpPr>
        <dsp:cNvPr id="0" name=""/>
        <dsp:cNvSpPr/>
      </dsp:nvSpPr>
      <dsp:spPr>
        <a:xfrm>
          <a:off x="121775" y="1461305"/>
          <a:ext cx="2175510" cy="974203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/>
          <a:srcRect/>
          <a:stretch>
            <a:fillRect t="-9000" b="-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7E1F1-D7D4-4452-98B1-23D82A75253F}">
      <dsp:nvSpPr>
        <dsp:cNvPr id="0" name=""/>
        <dsp:cNvSpPr/>
      </dsp:nvSpPr>
      <dsp:spPr>
        <a:xfrm>
          <a:off x="0" y="2679059"/>
          <a:ext cx="10877551" cy="1217754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Углубиться в свой пк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900" kern="1200" dirty="0"/>
            <a:t>Некоторые даже не задумываются что внутри </a:t>
          </a:r>
          <a:r>
            <a:rPr lang="en-US" sz="1900" kern="1200" dirty="0"/>
            <a:t>:D</a:t>
          </a:r>
          <a:endParaRPr lang="ru-RU" sz="1900" kern="1200" dirty="0"/>
        </a:p>
      </dsp:txBody>
      <dsp:txXfrm>
        <a:off x="2297285" y="2679059"/>
        <a:ext cx="8580265" cy="1217754"/>
      </dsp:txXfrm>
    </dsp:sp>
    <dsp:sp modelId="{370D7768-4AA4-4FA2-A90F-DC5029A58327}">
      <dsp:nvSpPr>
        <dsp:cNvPr id="0" name=""/>
        <dsp:cNvSpPr/>
      </dsp:nvSpPr>
      <dsp:spPr>
        <a:xfrm>
          <a:off x="121775" y="2800835"/>
          <a:ext cx="2175510" cy="974203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/>
          <a:srcRect/>
          <a:stretch>
            <a:fillRect t="-21000" b="-2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218E57-E8EC-4F4B-BF37-E92EEE8A9E69}">
      <dsp:nvSpPr>
        <dsp:cNvPr id="0" name=""/>
        <dsp:cNvSpPr/>
      </dsp:nvSpPr>
      <dsp:spPr>
        <a:xfrm>
          <a:off x="208347" y="1838102"/>
          <a:ext cx="1671174" cy="1671174"/>
        </a:xfrm>
        <a:prstGeom prst="roundRect">
          <a:avLst/>
        </a:prstGeom>
        <a:blipFill rotWithShape="0">
          <a:blip xmlns:r="http://schemas.openxmlformats.org/officeDocument/2006/relationships" r:embed="rId1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600" kern="1200" dirty="0"/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600" kern="1200" dirty="0"/>
        </a:p>
      </dsp:txBody>
      <dsp:txXfrm>
        <a:off x="289927" y="1919682"/>
        <a:ext cx="1508014" cy="1508014"/>
      </dsp:txXfrm>
    </dsp:sp>
    <dsp:sp modelId="{5A5DB044-528B-4BEF-9E47-5C27B5F0B17C}">
      <dsp:nvSpPr>
        <dsp:cNvPr id="0" name=""/>
        <dsp:cNvSpPr/>
      </dsp:nvSpPr>
      <dsp:spPr>
        <a:xfrm rot="18651933">
          <a:off x="1556845" y="1378688"/>
          <a:ext cx="121498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14983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021308-7865-479F-B875-58A50EF11F4D}">
      <dsp:nvSpPr>
        <dsp:cNvPr id="0" name=""/>
        <dsp:cNvSpPr/>
      </dsp:nvSpPr>
      <dsp:spPr>
        <a:xfrm>
          <a:off x="2499376" y="0"/>
          <a:ext cx="920203" cy="919274"/>
        </a:xfrm>
        <a:prstGeom prst="roundRect">
          <a:avLst/>
        </a:prstGeom>
        <a:blipFill rotWithShape="0">
          <a:blip xmlns:r="http://schemas.openxmlformats.org/officeDocument/2006/relationships" r:embed="rId2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600" kern="1200" dirty="0"/>
        </a:p>
      </dsp:txBody>
      <dsp:txXfrm>
        <a:off x="2544251" y="44875"/>
        <a:ext cx="830453" cy="829524"/>
      </dsp:txXfrm>
    </dsp:sp>
    <dsp:sp modelId="{35081875-5CB2-47CA-9014-6FBED9EFD48D}">
      <dsp:nvSpPr>
        <dsp:cNvPr id="0" name=""/>
        <dsp:cNvSpPr/>
      </dsp:nvSpPr>
      <dsp:spPr>
        <a:xfrm rot="67786">
          <a:off x="1879465" y="2695943"/>
          <a:ext cx="58583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85837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80F2AC-96DE-41CB-9710-99352FBE3E01}">
      <dsp:nvSpPr>
        <dsp:cNvPr id="0" name=""/>
        <dsp:cNvSpPr/>
      </dsp:nvSpPr>
      <dsp:spPr>
        <a:xfrm>
          <a:off x="2465245" y="2290994"/>
          <a:ext cx="855015" cy="838309"/>
        </a:xfrm>
        <a:prstGeom prst="roundRect">
          <a:avLst/>
        </a:prstGeom>
        <a:blipFill rotWithShape="0">
          <a:blip xmlns:r="http://schemas.openxmlformats.org/officeDocument/2006/relationships" r:embed="rId3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900" kern="1200" dirty="0"/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900" kern="1200" dirty="0"/>
        </a:p>
      </dsp:txBody>
      <dsp:txXfrm>
        <a:off x="2506168" y="2331917"/>
        <a:ext cx="773169" cy="756463"/>
      </dsp:txXfrm>
    </dsp:sp>
    <dsp:sp modelId="{9E2B3B6B-3DB1-487C-AA5B-8A966558C636}">
      <dsp:nvSpPr>
        <dsp:cNvPr id="0" name=""/>
        <dsp:cNvSpPr/>
      </dsp:nvSpPr>
      <dsp:spPr>
        <a:xfrm rot="3211333">
          <a:off x="1360625" y="4106380"/>
          <a:ext cx="148516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85169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B8A093-4AB5-4A84-A684-EB18C2DF5D82}">
      <dsp:nvSpPr>
        <dsp:cNvPr id="0" name=""/>
        <dsp:cNvSpPr/>
      </dsp:nvSpPr>
      <dsp:spPr>
        <a:xfrm>
          <a:off x="2441101" y="4703482"/>
          <a:ext cx="891371" cy="925399"/>
        </a:xfrm>
        <a:prstGeom prst="roundRect">
          <a:avLst/>
        </a:prstGeom>
        <a:blipFill rotWithShape="0">
          <a:blip xmlns:r="http://schemas.openxmlformats.org/officeDocument/2006/relationships" r:embed="rId4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600" kern="1200" dirty="0"/>
        </a:p>
      </dsp:txBody>
      <dsp:txXfrm>
        <a:off x="2484614" y="4746995"/>
        <a:ext cx="804345" cy="8383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9DE1D2-D5C0-4012-8253-AFCEACC8BEF1}">
      <dsp:nvSpPr>
        <dsp:cNvPr id="0" name=""/>
        <dsp:cNvSpPr/>
      </dsp:nvSpPr>
      <dsp:spPr>
        <a:xfrm>
          <a:off x="856" y="703116"/>
          <a:ext cx="3685990" cy="4423189"/>
        </a:xfrm>
        <a:prstGeom prst="roundRect">
          <a:avLst>
            <a:gd name="adj" fmla="val 5000"/>
          </a:avLst>
        </a:prstGeom>
        <a:solidFill>
          <a:schemeClr val="tx1">
            <a:lumMod val="65000"/>
            <a:lumOff val="3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13157" rIns="146685" bIns="0" numCol="1" spcCol="1270" anchor="t" anchorCtr="0">
          <a:noAutofit/>
        </a:bodyPr>
        <a:lstStyle/>
        <a:p>
          <a:pPr marL="0" lvl="0" indent="0" algn="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kern="1200" dirty="0">
              <a:solidFill>
                <a:schemeClr val="bg1"/>
              </a:solidFill>
            </a:rPr>
            <a:t>Что было сделано?</a:t>
          </a:r>
        </a:p>
      </dsp:txBody>
      <dsp:txXfrm rot="16200000">
        <a:off x="-1444051" y="2148025"/>
        <a:ext cx="3627014" cy="737198"/>
      </dsp:txXfrm>
    </dsp:sp>
    <dsp:sp modelId="{DC969C8E-07A6-417B-AF85-BE3DF41127BF}">
      <dsp:nvSpPr>
        <dsp:cNvPr id="0" name=""/>
        <dsp:cNvSpPr/>
      </dsp:nvSpPr>
      <dsp:spPr>
        <a:xfrm>
          <a:off x="738054" y="703116"/>
          <a:ext cx="2746063" cy="442318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kern="1200" dirty="0"/>
            <a:t>Полноценный Функционал</a:t>
          </a:r>
          <a:endParaRPr lang="ru-RU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Разработано полностью рабочее приложение с реализованным основным функционалом мониторинга и сбора данных.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1" kern="1200" dirty="0"/>
            <a:t>Совместимость</a:t>
          </a:r>
          <a:endParaRPr lang="ru-RU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Успешная реализация поддержки двух ключевых операционных систем: </a:t>
          </a:r>
          <a:r>
            <a:rPr lang="en-US" sz="1800" kern="1200" dirty="0"/>
            <a:t>Windows </a:t>
          </a:r>
          <a:r>
            <a:rPr lang="ru-RU" sz="1800" kern="1200" dirty="0"/>
            <a:t>и </a:t>
          </a:r>
          <a:r>
            <a:rPr lang="en-US" sz="1800" kern="1200" dirty="0"/>
            <a:t>Linux.</a:t>
          </a:r>
        </a:p>
      </dsp:txBody>
      <dsp:txXfrm>
        <a:off x="738054" y="703116"/>
        <a:ext cx="2746063" cy="4423189"/>
      </dsp:txXfrm>
    </dsp:sp>
    <dsp:sp modelId="{28F5F49B-467F-4AF7-8FA5-4E2A0CB57A0B}">
      <dsp:nvSpPr>
        <dsp:cNvPr id="0" name=""/>
        <dsp:cNvSpPr/>
      </dsp:nvSpPr>
      <dsp:spPr>
        <a:xfrm>
          <a:off x="3815857" y="703116"/>
          <a:ext cx="3685990" cy="4423189"/>
        </a:xfrm>
        <a:prstGeom prst="roundRect">
          <a:avLst>
            <a:gd name="adj" fmla="val 5000"/>
          </a:avLst>
        </a:prstGeom>
        <a:solidFill>
          <a:schemeClr val="tx1">
            <a:lumMod val="65000"/>
            <a:lumOff val="3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13157" rIns="146685" bIns="0" numCol="1" spcCol="1270" anchor="t" anchorCtr="0">
          <a:noAutofit/>
        </a:bodyPr>
        <a:lstStyle/>
        <a:p>
          <a:pPr marL="0" lvl="0" indent="0" algn="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kern="1200" dirty="0"/>
            <a:t>Чего не успел?</a:t>
          </a:r>
        </a:p>
      </dsp:txBody>
      <dsp:txXfrm rot="16200000">
        <a:off x="2370948" y="2148025"/>
        <a:ext cx="3627014" cy="737198"/>
      </dsp:txXfrm>
    </dsp:sp>
    <dsp:sp modelId="{4CC63E7E-FE96-40E8-81A0-1A1081CFCDF1}">
      <dsp:nvSpPr>
        <dsp:cNvPr id="0" name=""/>
        <dsp:cNvSpPr/>
      </dsp:nvSpPr>
      <dsp:spPr>
        <a:xfrm rot="5400000">
          <a:off x="3509101" y="4220499"/>
          <a:ext cx="650371" cy="552898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B0F639-A708-422F-9D7A-17D12704E4C1}">
      <dsp:nvSpPr>
        <dsp:cNvPr id="0" name=""/>
        <dsp:cNvSpPr/>
      </dsp:nvSpPr>
      <dsp:spPr>
        <a:xfrm>
          <a:off x="4553055" y="703116"/>
          <a:ext cx="2746063" cy="442318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Сохранение настроек системы.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Полное управление состоянием компьютера, включая управление такими компонентами как </a:t>
          </a:r>
          <a:r>
            <a:rPr lang="en-US" sz="2000" kern="1200" dirty="0"/>
            <a:t>WiFi, Bluetooth, </a:t>
          </a:r>
          <a:r>
            <a:rPr lang="ru-RU" sz="2000" kern="1200" dirty="0"/>
            <a:t>Звук и так далее.</a:t>
          </a:r>
        </a:p>
      </dsp:txBody>
      <dsp:txXfrm>
        <a:off x="4553055" y="703116"/>
        <a:ext cx="2746063" cy="4423189"/>
      </dsp:txXfrm>
    </dsp:sp>
    <dsp:sp modelId="{E472CF46-3B49-4273-A0E0-C9FB66DAB8F1}">
      <dsp:nvSpPr>
        <dsp:cNvPr id="0" name=""/>
        <dsp:cNvSpPr/>
      </dsp:nvSpPr>
      <dsp:spPr>
        <a:xfrm>
          <a:off x="7630857" y="703116"/>
          <a:ext cx="3685990" cy="4423189"/>
        </a:xfrm>
        <a:prstGeom prst="roundRect">
          <a:avLst>
            <a:gd name="adj" fmla="val 5000"/>
          </a:avLst>
        </a:prstGeom>
        <a:solidFill>
          <a:schemeClr val="tx1">
            <a:lumMod val="65000"/>
            <a:lumOff val="3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13157" rIns="146685" bIns="0" numCol="1" spcCol="1270" anchor="t" anchorCtr="0">
          <a:noAutofit/>
        </a:bodyPr>
        <a:lstStyle/>
        <a:p>
          <a:pPr marL="0" lvl="0" indent="0" algn="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kern="1200" dirty="0"/>
            <a:t>Что дальше?</a:t>
          </a:r>
        </a:p>
      </dsp:txBody>
      <dsp:txXfrm rot="16200000">
        <a:off x="6185949" y="2148025"/>
        <a:ext cx="3627014" cy="737198"/>
      </dsp:txXfrm>
    </dsp:sp>
    <dsp:sp modelId="{861A7640-D50C-48B0-A228-D38AAA1F76D3}">
      <dsp:nvSpPr>
        <dsp:cNvPr id="0" name=""/>
        <dsp:cNvSpPr/>
      </dsp:nvSpPr>
      <dsp:spPr>
        <a:xfrm rot="5400000">
          <a:off x="7324101" y="4220499"/>
          <a:ext cx="650371" cy="552898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3CEE71-73B7-4E5C-BE01-05DEE1958C22}">
      <dsp:nvSpPr>
        <dsp:cNvPr id="0" name=""/>
        <dsp:cNvSpPr/>
      </dsp:nvSpPr>
      <dsp:spPr>
        <a:xfrm>
          <a:off x="8368055" y="703116"/>
          <a:ext cx="2746063" cy="4423189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Увеличение количества сканируемых компонентов.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Создание отдельной БД для хранения информации о системе.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Создание отдельного, внешнего источника для сбора и хранения большего количества шаблонов, основных компонентов систем.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Автоисправление обнаруженных проблем.</a:t>
          </a:r>
        </a:p>
      </dsp:txBody>
      <dsp:txXfrm>
        <a:off x="8368055" y="703116"/>
        <a:ext cx="2746063" cy="44231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696850-852B-D6C1-72A5-B782FBD23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4F30E95-80C6-9052-E449-E6B0532C9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846D98-955F-1F95-6AE9-39D8D0C93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61D0B-8C2C-492F-96E5-48A195AE4C5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96FE42-2A23-B512-7C39-769591AFF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0A4872-61C9-8DAF-D12E-7A8D2A7EA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738EA-0CE6-4498-A249-E63076D3CE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9338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B61F36-D915-4C7D-BE9C-8D9E84364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E2A09A-F0BE-E7FE-70A1-327484E38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102899-51FF-334F-AAEF-C115CEA35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61D0B-8C2C-492F-96E5-48A195AE4C5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B97272-1566-4C67-EFE0-53F3B0A8D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BF1B75-2E83-59D6-8DA8-C5D477FB2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738EA-0CE6-4498-A249-E63076D3CE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78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790928-78AB-5587-F2CF-04E17CACF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0ECE23-B405-4BCF-7752-D64377731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80B308-1545-706A-47F3-E7977426B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61D0B-8C2C-492F-96E5-48A195AE4C5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037B55-A4E1-8C82-9637-D6BC34AD6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896AF8-E9F2-A012-4E83-FEE0D3CF1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738EA-0CE6-4498-A249-E63076D3CE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528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B6AA10-CC39-3150-529D-D159CFC9C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269095-09C5-2EA6-007D-5C082A2D6C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B15459A-8C5D-AC14-4A55-33D6D719C6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F33D7D-5B71-62FF-EA3C-5BC261E05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61D0B-8C2C-492F-96E5-48A195AE4C5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B20D1A9-7E7B-9F87-0BD0-F952AC338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46F730-BD8C-96B0-47A9-F4161ADBE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738EA-0CE6-4498-A249-E63076D3CE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875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46806E-6BE1-F67F-7147-D7DA58EC8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ADC907-2DBF-8B38-8B49-C507399A9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04694E-D53D-F984-ED94-83BECE6972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5C97FD0-9579-2D3C-52E5-48EB98CCD5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0E4C94A-4D27-4A33-DFA3-842C8748B4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75C807B-8C42-22C5-6334-0A2E059B1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61D0B-8C2C-492F-96E5-48A195AE4C5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0F4D4D9-140D-A914-FC96-02E0F20A0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5531FFE-E728-258F-C430-D5560A3CC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738EA-0CE6-4498-A249-E63076D3CE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551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840FEA-4C9B-AD86-5A9C-DF13A5DA4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19F119A-3D33-168F-1BE6-B6241E1E1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61D0B-8C2C-492F-96E5-48A195AE4C5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864CD10-3183-F579-02E5-B16033A9C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0E960B6-CF4A-959F-59BD-6AF53A638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738EA-0CE6-4498-A249-E63076D3CE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657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18CB358-11E3-DC59-52ED-C728B7EA5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61D0B-8C2C-492F-96E5-48A195AE4C5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F3D904E-C9EB-280D-0B50-F67E6D52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E752CB-5CF3-8EA3-37B5-6F00990B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738EA-0CE6-4498-A249-E63076D3CE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8010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DBFC05-9BDD-1176-4781-1508ED62B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FE30A1-20EF-231C-515C-2A036992F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C15E3A8-5678-7FFA-77A4-3E6F7879C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A3EE6C9-BED3-06D0-39A8-9EC827D57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61D0B-8C2C-492F-96E5-48A195AE4C5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58C8F9-096E-03C6-ECDE-7500AD994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2F35E91-93A0-0090-F5D5-0B7B1C95E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738EA-0CE6-4498-A249-E63076D3CE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125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ABF83F-7C92-50D4-4ABA-FACF72355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D3E5C10-91EA-28F3-2FA0-42A810DCA6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BE33B9-087D-D661-495E-FAD048A64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DC8E81-966C-0A3E-BAFB-15BB2A49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61D0B-8C2C-492F-96E5-48A195AE4C5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7CF8BC-C298-2446-87F7-815BF0486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275731-E004-C7D4-B0AD-64657A90C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738EA-0CE6-4498-A249-E63076D3CE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173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189FCD-1761-AD6A-B7C7-3E90EA6C8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3D3989-D0D7-281A-9E76-19A0CCA06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1FE80D-5D19-9180-FF3B-3C8729077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61D0B-8C2C-492F-96E5-48A195AE4C5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C91427-812D-BBD4-FCBB-D44FAAF0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1CE954-6331-2BAB-739D-D80232764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738EA-0CE6-4498-A249-E63076D3CE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89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66578D2-DCB5-CE3B-7C61-0FD9DE40B1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AD4FB2-DEFD-3510-6BE7-EFC3A3E47E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ABD10B-0D33-8EA5-F219-9E766BD78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61D0B-8C2C-492F-96E5-48A195AE4C5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E7F56A-95DB-197D-9BAA-5206DD2E0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9EA09D-45FE-37D0-E73B-146D53B3E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738EA-0CE6-4498-A249-E63076D3CE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5309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D2F5B1-FACE-88DF-880A-34E438B6D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28B45A-734A-A6FE-971F-F0AEBB0B0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2D3974-EAB2-9F35-8D28-44508CE787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61D0B-8C2C-492F-96E5-48A195AE4C5B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7EBE6D-F178-3A62-0E51-D92F220105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D80CC6-55E2-C659-452E-E4A3CDB4F1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738EA-0CE6-4498-A249-E63076D3CE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8296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4AED80-58D4-0205-C54A-CC9ECF3067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System Monitor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93F3A8F-12BA-2D5F-AE10-831248866E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latin typeface="Bahnschrift" panose="020B0502040204020203" pitchFamily="34" charset="0"/>
              </a:rPr>
              <a:t>Приложение для мониторинга системы системы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A6AC46-6F9A-2BC0-CB27-524F69584B27}"/>
              </a:ext>
            </a:extLst>
          </p:cNvPr>
          <p:cNvSpPr txBox="1"/>
          <p:nvPr/>
        </p:nvSpPr>
        <p:spPr>
          <a:xfrm>
            <a:off x="9068072" y="6156961"/>
            <a:ext cx="3370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Bahnschrift" panose="020B0502040204020203" pitchFamily="34" charset="0"/>
              </a:rPr>
              <a:t>Краснов Андрей Юрьевич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A48CAD-EFB2-D70B-F862-E5C17F645BB7}"/>
              </a:ext>
            </a:extLst>
          </p:cNvPr>
          <p:cNvSpPr txBox="1"/>
          <p:nvPr/>
        </p:nvSpPr>
        <p:spPr>
          <a:xfrm>
            <a:off x="247650" y="5879962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Bahnschrift" panose="020B0502040204020203" pitchFamily="34" charset="0"/>
              </a:rPr>
              <a:t>Яндекс лицей, промышленное програмирование 2025-2026</a:t>
            </a:r>
          </a:p>
        </p:txBody>
      </p:sp>
    </p:spTree>
    <p:extLst>
      <p:ext uri="{BB962C8B-B14F-4D97-AF65-F5344CB8AC3E}">
        <p14:creationId xmlns:p14="http://schemas.microsoft.com/office/powerpoint/2010/main" val="3355216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6CBFAF-2C75-28F3-FDC1-551DD2027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Зачем нужен </a:t>
            </a:r>
            <a:r>
              <a:rPr lang="en-US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System Monitor?</a:t>
            </a:r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19924551-4F3D-5F90-3BB1-08D23DF453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1204198"/>
              </p:ext>
            </p:extLst>
          </p:nvPr>
        </p:nvGraphicFramePr>
        <p:xfrm>
          <a:off x="838199" y="1476375"/>
          <a:ext cx="10877551" cy="3896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AAD8EBC-459A-BE91-927C-9A72345651B0}"/>
              </a:ext>
            </a:extLst>
          </p:cNvPr>
          <p:cNvSpPr txBox="1"/>
          <p:nvPr/>
        </p:nvSpPr>
        <p:spPr>
          <a:xfrm>
            <a:off x="1236618" y="5833795"/>
            <a:ext cx="9925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solidFill>
                  <a:schemeClr val="bg1"/>
                </a:solidFill>
              </a:rPr>
              <a:t>Цель: Создать интуитивно понятный, </a:t>
            </a:r>
            <a:r>
              <a:rPr lang="ru-RU" dirty="0">
                <a:solidFill>
                  <a:schemeClr val="bg1"/>
                </a:solidFill>
                <a:effectLst/>
              </a:rPr>
              <a:t>эффективный</a:t>
            </a:r>
            <a:r>
              <a:rPr lang="ru-RU" dirty="0">
                <a:solidFill>
                  <a:schemeClr val="bg1"/>
                </a:solidFill>
              </a:rPr>
              <a:t> и надежный инструмент системного анализа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192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66101A-D0D2-1B18-2C71-45A6D4D40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245"/>
            <a:ext cx="10515600" cy="758281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ТЕХНИЧЕСКАЯ ОСНОВА</a:t>
            </a:r>
            <a:br>
              <a:rPr lang="ru-RU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endParaRPr lang="ru-RU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A95A01C9-3CC5-2F40-7BE0-D51E5826EC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1606388"/>
              </p:ext>
            </p:extLst>
          </p:nvPr>
        </p:nvGraphicFramePr>
        <p:xfrm>
          <a:off x="368663" y="614559"/>
          <a:ext cx="5570583" cy="5628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Соединитель: уступ 5">
            <a:extLst>
              <a:ext uri="{FF2B5EF4-FFF2-40B4-BE49-F238E27FC236}">
                <a16:creationId xmlns:a16="http://schemas.microsoft.com/office/drawing/2014/main" id="{5AF42D71-7023-525E-0311-9B5F6790FC61}"/>
              </a:ext>
            </a:extLst>
          </p:cNvPr>
          <p:cNvCxnSpPr>
            <a:cxnSpLocks/>
          </p:cNvCxnSpPr>
          <p:nvPr/>
        </p:nvCxnSpPr>
        <p:spPr>
          <a:xfrm>
            <a:off x="3788228" y="1071153"/>
            <a:ext cx="7733211" cy="301686"/>
          </a:xfrm>
          <a:prstGeom prst="bentConnector3">
            <a:avLst>
              <a:gd name="adj1" fmla="val 7207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Соединитель: уступ 8">
            <a:extLst>
              <a:ext uri="{FF2B5EF4-FFF2-40B4-BE49-F238E27FC236}">
                <a16:creationId xmlns:a16="http://schemas.microsoft.com/office/drawing/2014/main" id="{66087F76-F6FE-3806-7EFE-F065233924DE}"/>
              </a:ext>
            </a:extLst>
          </p:cNvPr>
          <p:cNvCxnSpPr>
            <a:cxnSpLocks/>
          </p:cNvCxnSpPr>
          <p:nvPr/>
        </p:nvCxnSpPr>
        <p:spPr>
          <a:xfrm>
            <a:off x="3788228" y="3353578"/>
            <a:ext cx="7733211" cy="301686"/>
          </a:xfrm>
          <a:prstGeom prst="bentConnector3">
            <a:avLst>
              <a:gd name="adj1" fmla="val 7207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Соединитель: уступ 9">
            <a:extLst>
              <a:ext uri="{FF2B5EF4-FFF2-40B4-BE49-F238E27FC236}">
                <a16:creationId xmlns:a16="http://schemas.microsoft.com/office/drawing/2014/main" id="{1DD3F59F-1B8B-8709-129A-5D2498C5EFCD}"/>
              </a:ext>
            </a:extLst>
          </p:cNvPr>
          <p:cNvCxnSpPr>
            <a:cxnSpLocks/>
          </p:cNvCxnSpPr>
          <p:nvPr/>
        </p:nvCxnSpPr>
        <p:spPr>
          <a:xfrm>
            <a:off x="3788228" y="5636003"/>
            <a:ext cx="7733211" cy="301686"/>
          </a:xfrm>
          <a:prstGeom prst="bentConnector3">
            <a:avLst>
              <a:gd name="adj1" fmla="val 7207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0623327-566F-E3DC-A10F-65B0ED5E6719}"/>
              </a:ext>
            </a:extLst>
          </p:cNvPr>
          <p:cNvSpPr txBox="1"/>
          <p:nvPr/>
        </p:nvSpPr>
        <p:spPr>
          <a:xfrm>
            <a:off x="4552405" y="5140515"/>
            <a:ext cx="6204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solidFill>
                  <a:schemeClr val="bg1"/>
                </a:solidFill>
              </a:rPr>
              <a:t>Совместимость</a:t>
            </a:r>
          </a:p>
          <a:p>
            <a:pPr>
              <a:buNone/>
            </a:pPr>
            <a:r>
              <a:rPr lang="ru-RU" dirty="0">
                <a:solidFill>
                  <a:schemeClr val="bg1"/>
                </a:solidFill>
              </a:rPr>
              <a:t>Проектирование с учетом особенностей </a:t>
            </a:r>
            <a:r>
              <a:rPr lang="en-US" dirty="0">
                <a:solidFill>
                  <a:schemeClr val="bg1"/>
                </a:solidFill>
              </a:rPr>
              <a:t>Windows Linux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C925C5-1DE7-A81B-3B93-8050B4E52717}"/>
              </a:ext>
            </a:extLst>
          </p:cNvPr>
          <p:cNvSpPr txBox="1"/>
          <p:nvPr/>
        </p:nvSpPr>
        <p:spPr>
          <a:xfrm>
            <a:off x="4460966" y="617360"/>
            <a:ext cx="6204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Python 3</a:t>
            </a:r>
            <a:r>
              <a:rPr lang="ru-RU" b="1" dirty="0">
                <a:solidFill>
                  <a:schemeClr val="bg1"/>
                </a:solidFill>
              </a:rPr>
              <a:t> </a:t>
            </a:r>
          </a:p>
          <a:p>
            <a:pPr>
              <a:buNone/>
            </a:pPr>
            <a:r>
              <a:rPr lang="ru-RU" dirty="0">
                <a:solidFill>
                  <a:schemeClr val="bg1"/>
                </a:solidFill>
              </a:rPr>
              <a:t>Основной язык разработки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FDB86F-7CDF-C485-4E73-EB5B91FFE0DD}"/>
              </a:ext>
            </a:extLst>
          </p:cNvPr>
          <p:cNvSpPr txBox="1"/>
          <p:nvPr/>
        </p:nvSpPr>
        <p:spPr>
          <a:xfrm>
            <a:off x="4460966" y="1733790"/>
            <a:ext cx="696903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Библиотеки и технологии</a:t>
            </a:r>
          </a:p>
          <a:p>
            <a:r>
              <a:rPr lang="en-US" dirty="0">
                <a:solidFill>
                  <a:schemeClr val="bg1"/>
                </a:solidFill>
              </a:rPr>
              <a:t>PyQt6</a:t>
            </a:r>
            <a:r>
              <a:rPr lang="ru-RU" dirty="0">
                <a:solidFill>
                  <a:schemeClr val="bg1"/>
                </a:solidFill>
              </a:rPr>
              <a:t> – Графический интерфейс.</a:t>
            </a:r>
          </a:p>
          <a:p>
            <a:r>
              <a:rPr lang="en-US" dirty="0">
                <a:solidFill>
                  <a:schemeClr val="bg1"/>
                </a:solidFill>
              </a:rPr>
              <a:t>Psutil</a:t>
            </a:r>
            <a:r>
              <a:rPr lang="ru-RU" b="1" dirty="0">
                <a:solidFill>
                  <a:schemeClr val="bg1"/>
                </a:solidFill>
              </a:rPr>
              <a:t> - </a:t>
            </a:r>
            <a:r>
              <a:rPr lang="ru-RU" dirty="0">
                <a:solidFill>
                  <a:schemeClr val="bg1"/>
                </a:solidFill>
              </a:rPr>
              <a:t>Ключевая библиотека для получения информации о процессах, памяти, дисках и сетевой активности системы.</a:t>
            </a:r>
          </a:p>
          <a:p>
            <a:r>
              <a:rPr lang="en-US" dirty="0">
                <a:solidFill>
                  <a:schemeClr val="bg1"/>
                </a:solidFill>
              </a:rPr>
              <a:t>Subprocess</a:t>
            </a:r>
            <a:r>
              <a:rPr lang="ru-RU" dirty="0">
                <a:solidFill>
                  <a:schemeClr val="bg1"/>
                </a:solidFill>
              </a:rPr>
              <a:t> - Применяется для выполнения специфических системных команд и взаимодействия с ОС на низком уровне.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b="1" dirty="0"/>
          </a:p>
          <a:p>
            <a:r>
              <a:rPr lang="ru-R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788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94DF33-7E3F-707F-A679-894CA22CA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09EAA-D465-661F-2C06-2843D5710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245"/>
            <a:ext cx="10515600" cy="758281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ТЕХНИЧЕСКАЯ ОСНОВА</a:t>
            </a:r>
            <a:br>
              <a:rPr lang="ru-RU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endParaRPr lang="ru-RU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6" name="Соединитель: уступ 5">
            <a:extLst>
              <a:ext uri="{FF2B5EF4-FFF2-40B4-BE49-F238E27FC236}">
                <a16:creationId xmlns:a16="http://schemas.microsoft.com/office/drawing/2014/main" id="{62916919-B526-EECA-CBDC-748BF20A9BEE}"/>
              </a:ext>
            </a:extLst>
          </p:cNvPr>
          <p:cNvCxnSpPr>
            <a:cxnSpLocks/>
          </p:cNvCxnSpPr>
          <p:nvPr/>
        </p:nvCxnSpPr>
        <p:spPr>
          <a:xfrm>
            <a:off x="252547" y="1492059"/>
            <a:ext cx="11521439" cy="432313"/>
          </a:xfrm>
          <a:prstGeom prst="bentConnector3">
            <a:avLst>
              <a:gd name="adj1" fmla="val 5480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Соединитель: уступ 7">
            <a:extLst>
              <a:ext uri="{FF2B5EF4-FFF2-40B4-BE49-F238E27FC236}">
                <a16:creationId xmlns:a16="http://schemas.microsoft.com/office/drawing/2014/main" id="{56B81352-28B0-6812-0F9A-24C14BB4A7C9}"/>
              </a:ext>
            </a:extLst>
          </p:cNvPr>
          <p:cNvCxnSpPr>
            <a:cxnSpLocks/>
          </p:cNvCxnSpPr>
          <p:nvPr/>
        </p:nvCxnSpPr>
        <p:spPr>
          <a:xfrm>
            <a:off x="252547" y="3581998"/>
            <a:ext cx="11521439" cy="432313"/>
          </a:xfrm>
          <a:prstGeom prst="bentConnector3">
            <a:avLst>
              <a:gd name="adj1" fmla="val 5329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Соединитель: уступ 10">
            <a:extLst>
              <a:ext uri="{FF2B5EF4-FFF2-40B4-BE49-F238E27FC236}">
                <a16:creationId xmlns:a16="http://schemas.microsoft.com/office/drawing/2014/main" id="{09DB746F-9E02-DDD2-D256-3149D8CA5008}"/>
              </a:ext>
            </a:extLst>
          </p:cNvPr>
          <p:cNvCxnSpPr>
            <a:cxnSpLocks/>
          </p:cNvCxnSpPr>
          <p:nvPr/>
        </p:nvCxnSpPr>
        <p:spPr>
          <a:xfrm>
            <a:off x="252547" y="5832176"/>
            <a:ext cx="11521439" cy="432313"/>
          </a:xfrm>
          <a:prstGeom prst="bentConnector3">
            <a:avLst>
              <a:gd name="adj1" fmla="val 5329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49061BD-53F4-14C6-EDB2-852D8AC825ED}"/>
              </a:ext>
            </a:extLst>
          </p:cNvPr>
          <p:cNvSpPr txBox="1"/>
          <p:nvPr/>
        </p:nvSpPr>
        <p:spPr>
          <a:xfrm>
            <a:off x="156753" y="590087"/>
            <a:ext cx="3605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Архитектура приложения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0727DD-92AE-8AE0-4B7F-29AB93201039}"/>
              </a:ext>
            </a:extLst>
          </p:cNvPr>
          <p:cNvSpPr txBox="1"/>
          <p:nvPr/>
        </p:nvSpPr>
        <p:spPr>
          <a:xfrm>
            <a:off x="938347" y="969552"/>
            <a:ext cx="106353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PyQt6 </a:t>
            </a:r>
            <a:r>
              <a:rPr lang="ru-RU" dirty="0">
                <a:solidFill>
                  <a:schemeClr val="bg1"/>
                </a:solidFill>
                <a:latin typeface="Aptos" panose="020B0004020202020204" pitchFamily="34" charset="0"/>
              </a:rPr>
              <a:t>для 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GUI </a:t>
            </a:r>
            <a:r>
              <a:rPr lang="ru-RU" dirty="0">
                <a:solidFill>
                  <a:schemeClr val="bg1"/>
                </a:solidFill>
                <a:latin typeface="Aptos" panose="020B0004020202020204" pitchFamily="34" charset="0"/>
              </a:rPr>
              <a:t>с модульной структурой (</a:t>
            </a:r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location_of_objects)</a:t>
            </a:r>
          </a:p>
          <a:p>
            <a:r>
              <a:rPr lang="en-US" dirty="0">
                <a:solidFill>
                  <a:schemeClr val="bg1"/>
                </a:solidFill>
              </a:rPr>
              <a:t>CSS </a:t>
            </a:r>
            <a:r>
              <a:rPr lang="ru-RU" dirty="0">
                <a:solidFill>
                  <a:schemeClr val="bg1"/>
                </a:solidFill>
              </a:rPr>
              <a:t>стилизация через </a:t>
            </a:r>
            <a:r>
              <a:rPr lang="en-US" dirty="0">
                <a:solidFill>
                  <a:schemeClr val="bg1"/>
                </a:solidFill>
              </a:rPr>
              <a:t>setStyleSheet </a:t>
            </a:r>
            <a:r>
              <a:rPr lang="ru-RU" dirty="0">
                <a:solidFill>
                  <a:schemeClr val="bg1"/>
                </a:solidFill>
              </a:rPr>
              <a:t>для кастомных виджетов</a:t>
            </a:r>
            <a:endParaRPr lang="ru-RU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ru-RU" dirty="0">
                <a:solidFill>
                  <a:schemeClr val="bg1"/>
                </a:solidFill>
                <a:latin typeface="Aptos" panose="020B0004020202020204" pitchFamily="34" charset="0"/>
              </a:rPr>
              <a:t>Подход с переиспользуемыми виджетами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45F941-27A4-3F85-E4A5-185B104C4277}"/>
              </a:ext>
            </a:extLst>
          </p:cNvPr>
          <p:cNvSpPr txBox="1"/>
          <p:nvPr/>
        </p:nvSpPr>
        <p:spPr>
          <a:xfrm>
            <a:off x="156753" y="2761638"/>
            <a:ext cx="6204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chemeClr val="bg1"/>
                </a:solidFill>
                <a:effectLst/>
                <a:latin typeface="Segoe WPC"/>
              </a:rPr>
              <a:t>Мониторинг системы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57133D-7346-E53C-3C8C-391D8DF9F5B1}"/>
              </a:ext>
            </a:extLst>
          </p:cNvPr>
          <p:cNvSpPr txBox="1"/>
          <p:nvPr/>
        </p:nvSpPr>
        <p:spPr>
          <a:xfrm>
            <a:off x="938347" y="3077497"/>
            <a:ext cx="89850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/>
            <a:r>
              <a:rPr lang="en-US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psutil </a:t>
            </a:r>
            <a:r>
              <a:rPr lang="ru-RU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для получения метрик </a:t>
            </a:r>
            <a:r>
              <a:rPr lang="en-US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CPU, RAM, </a:t>
            </a:r>
            <a:r>
              <a:rPr lang="ru-RU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диска, температуры</a:t>
            </a:r>
          </a:p>
          <a:p>
            <a:pPr algn="l" latinLnBrk="0"/>
            <a:r>
              <a:rPr lang="en-US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QTimer </a:t>
            </a:r>
            <a:r>
              <a:rPr lang="ru-RU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для автоматического обновления данных </a:t>
            </a:r>
          </a:p>
          <a:p>
            <a:pPr algn="l" latinLnBrk="0"/>
            <a:r>
              <a:rPr lang="ru-RU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Кроссплатформенная поддержка </a:t>
            </a:r>
            <a:r>
              <a:rPr lang="en-US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Windows/Linux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A0F20D-E98E-0887-E4F7-61ABDE20912A}"/>
              </a:ext>
            </a:extLst>
          </p:cNvPr>
          <p:cNvSpPr txBox="1"/>
          <p:nvPr/>
        </p:nvSpPr>
        <p:spPr>
          <a:xfrm>
            <a:off x="156753" y="4962319"/>
            <a:ext cx="6204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chemeClr val="bg1"/>
                </a:solidFill>
                <a:effectLst/>
                <a:latin typeface="Segoe WPC"/>
              </a:rPr>
              <a:t>Диагностическое сканирование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C5225D-E1DF-174F-C7FE-616BE668C6C1}"/>
              </a:ext>
            </a:extLst>
          </p:cNvPr>
          <p:cNvSpPr txBox="1"/>
          <p:nvPr/>
        </p:nvSpPr>
        <p:spPr>
          <a:xfrm>
            <a:off x="938347" y="5509010"/>
            <a:ext cx="99168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/>
            <a:r>
              <a:rPr lang="en-US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QThread </a:t>
            </a:r>
            <a:r>
              <a:rPr lang="ru-RU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для асинхронной проверки служб через </a:t>
            </a:r>
            <a:r>
              <a:rPr lang="en-US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subprocess (systemctl/sc query), CSV </a:t>
            </a:r>
            <a:r>
              <a:rPr lang="ru-RU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шаблоны критических служб, диагностика с пороговыми значениями</a:t>
            </a:r>
          </a:p>
        </p:txBody>
      </p:sp>
    </p:spTree>
    <p:extLst>
      <p:ext uri="{BB962C8B-B14F-4D97-AF65-F5344CB8AC3E}">
        <p14:creationId xmlns:p14="http://schemas.microsoft.com/office/powerpoint/2010/main" val="6069905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B0A6D4-221D-CC38-BBCC-DFF661EEC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36067" cy="857283"/>
          </a:xfrm>
        </p:spPr>
        <p:txBody>
          <a:bodyPr/>
          <a:lstStyle/>
          <a:p>
            <a:r>
              <a:rPr lang="ru-RU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Интерфейс приложения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0403773-D7AE-29D7-073C-985119492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345" y="583749"/>
            <a:ext cx="15835430" cy="8045331"/>
          </a:xfrm>
          <a:prstGeom prst="rect">
            <a:avLst/>
          </a:prstGeom>
          <a:effectLst>
            <a:softEdge rad="0"/>
          </a:effectLst>
        </p:spPr>
      </p:pic>
      <p:cxnSp>
        <p:nvCxnSpPr>
          <p:cNvPr id="9" name="Соединитель: уступ 8">
            <a:extLst>
              <a:ext uri="{FF2B5EF4-FFF2-40B4-BE49-F238E27FC236}">
                <a16:creationId xmlns:a16="http://schemas.microsoft.com/office/drawing/2014/main" id="{6C62FA9C-71A2-738B-BDAE-FC11D7CDC6B3}"/>
              </a:ext>
            </a:extLst>
          </p:cNvPr>
          <p:cNvCxnSpPr>
            <a:cxnSpLocks/>
          </p:cNvCxnSpPr>
          <p:nvPr/>
        </p:nvCxnSpPr>
        <p:spPr>
          <a:xfrm rot="10800000">
            <a:off x="522515" y="3033487"/>
            <a:ext cx="7953831" cy="395515"/>
          </a:xfrm>
          <a:prstGeom prst="bentConnector3">
            <a:avLst>
              <a:gd name="adj1" fmla="val 96350"/>
            </a:avLst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Соединитель: уступ 15">
            <a:extLst>
              <a:ext uri="{FF2B5EF4-FFF2-40B4-BE49-F238E27FC236}">
                <a16:creationId xmlns:a16="http://schemas.microsoft.com/office/drawing/2014/main" id="{C1616D68-D1CA-8BA9-5B9D-CE08349D1857}"/>
              </a:ext>
            </a:extLst>
          </p:cNvPr>
          <p:cNvCxnSpPr>
            <a:cxnSpLocks/>
          </p:cNvCxnSpPr>
          <p:nvPr/>
        </p:nvCxnSpPr>
        <p:spPr>
          <a:xfrm rot="10800000">
            <a:off x="522514" y="2274126"/>
            <a:ext cx="7953831" cy="395515"/>
          </a:xfrm>
          <a:prstGeom prst="bentConnector3">
            <a:avLst>
              <a:gd name="adj1" fmla="val 96350"/>
            </a:avLst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: уступ 16">
            <a:extLst>
              <a:ext uri="{FF2B5EF4-FFF2-40B4-BE49-F238E27FC236}">
                <a16:creationId xmlns:a16="http://schemas.microsoft.com/office/drawing/2014/main" id="{FB3B3E51-921D-5FB9-835F-1B736CA3D822}"/>
              </a:ext>
            </a:extLst>
          </p:cNvPr>
          <p:cNvCxnSpPr>
            <a:cxnSpLocks/>
          </p:cNvCxnSpPr>
          <p:nvPr/>
        </p:nvCxnSpPr>
        <p:spPr>
          <a:xfrm rot="10800000">
            <a:off x="522514" y="3819951"/>
            <a:ext cx="7953831" cy="395515"/>
          </a:xfrm>
          <a:prstGeom prst="bentConnector3">
            <a:avLst>
              <a:gd name="adj1" fmla="val 96350"/>
            </a:avLst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оединитель: уступ 17">
            <a:extLst>
              <a:ext uri="{FF2B5EF4-FFF2-40B4-BE49-F238E27FC236}">
                <a16:creationId xmlns:a16="http://schemas.microsoft.com/office/drawing/2014/main" id="{A5DBDD69-98B4-4EF9-ED34-0D2547B2FF31}"/>
              </a:ext>
            </a:extLst>
          </p:cNvPr>
          <p:cNvCxnSpPr>
            <a:cxnSpLocks/>
          </p:cNvCxnSpPr>
          <p:nvPr/>
        </p:nvCxnSpPr>
        <p:spPr>
          <a:xfrm rot="10800000">
            <a:off x="522514" y="4606415"/>
            <a:ext cx="7953831" cy="395515"/>
          </a:xfrm>
          <a:prstGeom prst="bentConnector3">
            <a:avLst>
              <a:gd name="adj1" fmla="val 96350"/>
            </a:avLst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Соединитель: уступ 18">
            <a:extLst>
              <a:ext uri="{FF2B5EF4-FFF2-40B4-BE49-F238E27FC236}">
                <a16:creationId xmlns:a16="http://schemas.microsoft.com/office/drawing/2014/main" id="{9793DDA7-7E7A-C467-5085-15C268F75270}"/>
              </a:ext>
            </a:extLst>
          </p:cNvPr>
          <p:cNvCxnSpPr>
            <a:cxnSpLocks/>
          </p:cNvCxnSpPr>
          <p:nvPr/>
        </p:nvCxnSpPr>
        <p:spPr>
          <a:xfrm rot="10800000">
            <a:off x="522514" y="5392879"/>
            <a:ext cx="7953831" cy="395515"/>
          </a:xfrm>
          <a:prstGeom prst="bentConnector3">
            <a:avLst>
              <a:gd name="adj1" fmla="val 96350"/>
            </a:avLst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Соединитель: уступ 19">
            <a:extLst>
              <a:ext uri="{FF2B5EF4-FFF2-40B4-BE49-F238E27FC236}">
                <a16:creationId xmlns:a16="http://schemas.microsoft.com/office/drawing/2014/main" id="{8FB573CA-EB72-9F03-116B-A4AD8F6A82F0}"/>
              </a:ext>
            </a:extLst>
          </p:cNvPr>
          <p:cNvCxnSpPr>
            <a:cxnSpLocks/>
          </p:cNvCxnSpPr>
          <p:nvPr/>
        </p:nvCxnSpPr>
        <p:spPr>
          <a:xfrm rot="10800000">
            <a:off x="522514" y="6152241"/>
            <a:ext cx="7953831" cy="395515"/>
          </a:xfrm>
          <a:prstGeom prst="bentConnector3">
            <a:avLst>
              <a:gd name="adj1" fmla="val 96350"/>
            </a:avLst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BDF8E5D-DBF0-5B3F-A109-E34202671677}"/>
              </a:ext>
            </a:extLst>
          </p:cNvPr>
          <p:cNvSpPr txBox="1"/>
          <p:nvPr/>
        </p:nvSpPr>
        <p:spPr>
          <a:xfrm>
            <a:off x="1076325" y="2274126"/>
            <a:ext cx="540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Начальная страница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F0F518-95B0-415C-0B02-275FB6F09E32}"/>
              </a:ext>
            </a:extLst>
          </p:cNvPr>
          <p:cNvSpPr txBox="1"/>
          <p:nvPr/>
        </p:nvSpPr>
        <p:spPr>
          <a:xfrm>
            <a:off x="1000125" y="3033487"/>
            <a:ext cx="4371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Основная информация о системе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51C4F9-3594-A18A-25B4-D807FB324505}"/>
              </a:ext>
            </a:extLst>
          </p:cNvPr>
          <p:cNvSpPr txBox="1"/>
          <p:nvPr/>
        </p:nvSpPr>
        <p:spPr>
          <a:xfrm>
            <a:off x="1136783" y="3848526"/>
            <a:ext cx="476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Краткая диагностика системы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30CE68-449D-94AA-ED41-818D9EDF8291}"/>
              </a:ext>
            </a:extLst>
          </p:cNvPr>
          <p:cNvSpPr txBox="1"/>
          <p:nvPr/>
        </p:nvSpPr>
        <p:spPr>
          <a:xfrm>
            <a:off x="1076325" y="4606414"/>
            <a:ext cx="5324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Нагрузка системы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D6FD24-BE14-EB72-9749-D4C7CE1D45C8}"/>
              </a:ext>
            </a:extLst>
          </p:cNvPr>
          <p:cNvSpPr txBox="1"/>
          <p:nvPr/>
        </p:nvSpPr>
        <p:spPr>
          <a:xfrm>
            <a:off x="1000125" y="5392879"/>
            <a:ext cx="6457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Визуализация нагрузки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4A4AC4-A831-6068-2D00-CD58E3A15C75}"/>
              </a:ext>
            </a:extLst>
          </p:cNvPr>
          <p:cNvSpPr txBox="1"/>
          <p:nvPr/>
        </p:nvSpPr>
        <p:spPr>
          <a:xfrm>
            <a:off x="1038225" y="6152241"/>
            <a:ext cx="641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Настройки системы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6FEB78-A7BC-4954-719E-8DB83B64E626}"/>
              </a:ext>
            </a:extLst>
          </p:cNvPr>
          <p:cNvSpPr txBox="1"/>
          <p:nvPr/>
        </p:nvSpPr>
        <p:spPr>
          <a:xfrm>
            <a:off x="2846614" y="1186411"/>
            <a:ext cx="6830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А что тут и где?</a:t>
            </a:r>
          </a:p>
        </p:txBody>
      </p:sp>
    </p:spTree>
    <p:extLst>
      <p:ext uri="{BB962C8B-B14F-4D97-AF65-F5344CB8AC3E}">
        <p14:creationId xmlns:p14="http://schemas.microsoft.com/office/powerpoint/2010/main" val="2386794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21BDAB-DDD6-0111-EB69-0031ED201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ИТОГИ ПРОЕКТА</a:t>
            </a:r>
            <a:br>
              <a:rPr lang="ru-RU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endParaRPr lang="ru-RU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BE5CB400-96DE-AC59-3B8A-6A307E9CF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8282042"/>
              </p:ext>
            </p:extLst>
          </p:nvPr>
        </p:nvGraphicFramePr>
        <p:xfrm>
          <a:off x="437147" y="27595"/>
          <a:ext cx="11317705" cy="58294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6DF5D54-063D-489D-0524-ABFEB84C5A80}"/>
              </a:ext>
            </a:extLst>
          </p:cNvPr>
          <p:cNvSpPr txBox="1"/>
          <p:nvPr/>
        </p:nvSpPr>
        <p:spPr>
          <a:xfrm>
            <a:off x="4229100" y="5333798"/>
            <a:ext cx="373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Отдыхать видимо рано</a:t>
            </a:r>
          </a:p>
        </p:txBody>
      </p:sp>
    </p:spTree>
    <p:extLst>
      <p:ext uri="{BB962C8B-B14F-4D97-AF65-F5344CB8AC3E}">
        <p14:creationId xmlns:p14="http://schemas.microsoft.com/office/powerpoint/2010/main" val="4231062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03DFA-837D-6CA0-8F38-74000B495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179" y="2439277"/>
            <a:ext cx="5959642" cy="1979445"/>
          </a:xfrm>
        </p:spPr>
        <p:txBody>
          <a:bodyPr>
            <a:normAutofit fontScale="90000"/>
          </a:bodyPr>
          <a:lstStyle/>
          <a:p>
            <a:r>
              <a:rPr lang="ru-RU" sz="7200" dirty="0">
                <a:solidFill>
                  <a:schemeClr val="bg1"/>
                </a:solidFill>
                <a:latin typeface="Arial Black" panose="020B0A04020102020204" pitchFamily="34" charset="0"/>
              </a:rPr>
              <a:t>На этом все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79A2CD-5A04-09CA-5329-8272AC8A5140}"/>
              </a:ext>
            </a:extLst>
          </p:cNvPr>
          <p:cNvSpPr txBox="1"/>
          <p:nvPr/>
        </p:nvSpPr>
        <p:spPr>
          <a:xfrm>
            <a:off x="4809824" y="4253187"/>
            <a:ext cx="2572351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1600"/>
              </a:spcAft>
              <a:buNone/>
            </a:pPr>
            <a:r>
              <a:rPr lang="ru-RU" sz="18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Спасибо за внимание!</a:t>
            </a:r>
            <a:endParaRPr lang="ru-RU" b="0" dirty="0">
              <a:solidFill>
                <a:schemeClr val="bg1"/>
              </a:solidFill>
              <a:effectLst/>
            </a:endParaRPr>
          </a:p>
          <a:p>
            <a:pPr>
              <a:buNone/>
            </a:pPr>
            <a:br>
              <a:rPr lang="ru-RU" dirty="0">
                <a:solidFill>
                  <a:schemeClr val="bg1"/>
                </a:solidFill>
              </a:rPr>
            </a:b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040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351</Words>
  <Application>Microsoft Office PowerPoint</Application>
  <PresentationFormat>Широкоэкранный</PresentationFormat>
  <Paragraphs>62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6" baseType="lpstr">
      <vt:lpstr>Aptos</vt:lpstr>
      <vt:lpstr>Arial</vt:lpstr>
      <vt:lpstr>Arial Black</vt:lpstr>
      <vt:lpstr>Arial Rounded MT Bold</vt:lpstr>
      <vt:lpstr>Bahnschrift</vt:lpstr>
      <vt:lpstr>Calibri</vt:lpstr>
      <vt:lpstr>Calibri Light</vt:lpstr>
      <vt:lpstr>Segoe WPC</vt:lpstr>
      <vt:lpstr>Тема Office</vt:lpstr>
      <vt:lpstr>System Monitor</vt:lpstr>
      <vt:lpstr>Зачем нужен System Monitor?</vt:lpstr>
      <vt:lpstr>ТЕХНИЧЕСКАЯ ОСНОВА </vt:lpstr>
      <vt:lpstr>ТЕХНИЧЕСКАЯ ОСНОВА </vt:lpstr>
      <vt:lpstr> Интерфейс приложения</vt:lpstr>
      <vt:lpstr>ИТОГИ ПРОЕКТА </vt:lpstr>
      <vt:lpstr>На этом все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Andrey Krasnov</dc:creator>
  <cp:lastModifiedBy>Andrey Krasnov</cp:lastModifiedBy>
  <cp:revision>9</cp:revision>
  <dcterms:created xsi:type="dcterms:W3CDTF">2025-11-07T19:12:13Z</dcterms:created>
  <dcterms:modified xsi:type="dcterms:W3CDTF">2025-11-13T18:52:12Z</dcterms:modified>
</cp:coreProperties>
</file>